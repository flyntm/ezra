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snapToGrid="0">
      <p:cViewPr varScale="1">
        <p:scale>
          <a:sx n="120" d="100"/>
          <a:sy n="120" d="100"/>
        </p:scale>
        <p:origin x="800"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Lesson Two screenshots: Acts 1:1–26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Acts begins with preparation rather than immediate action. Jesus gives His witnesses a mission, promises the Holy Spirit’s power, and ascends. The believers respond by waiting together in prayer and by choosing a witness to replace Judas. The chapter sets a pattern of dependence on God while keeping the church’s mission clearly in view. [Smile] Acts opens with waiting—but definitely not with doing nothing.</a:t>
            </a:r>
          </a:p>
          <a:p>
            <a:endParaRPr/>
          </a:p>
          <a:p>
            <a:r>
              <a:t>[Sources]</a:t>
            </a:r>
          </a:p>
          <a:p>
            <a:r>
              <a:t>Lesson Two screenshots: Acts 1:1–26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study begins by asking us to see the shape of the whole chapter. Acts 1 divides naturally into two movements: verses 1 through 11, centered on Jesus’ commission and ascension, and verses 12 through 26, centered on the waiting believers and the choice of Matthias. What title would you give each section?</a:t>
            </a:r>
          </a:p>
          <a:p>
            <a:endParaRPr/>
          </a:p>
          <a:p>
            <a:r>
              <a:t>[Sources]</a:t>
            </a:r>
          </a:p>
          <a:p>
            <a:r>
              <a:t>Lesson Two screenshots: Acts 1:1–26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useful outline names the main action in each part. The first section presents the risen Jesus preparing His apostles, promising the Spirit, commissioning them as witnesses, and ascending. The second shows the believers united in prayer and restoring the number of the Twelve by choosing Matthias.</a:t>
            </a:r>
          </a:p>
          <a:p>
            <a:endParaRPr/>
          </a:p>
          <a:p>
            <a:r>
              <a:t>[Sources]</a:t>
            </a:r>
          </a:p>
          <a:p>
            <a:r>
              <a:t>Lesson Two screenshots: Acts 1:1–26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Acts tells how the church began to fulfill its mission through the Holy Spirit. Before the public mission begins, chapter 1 establishes its source, direction, and witnesses. How does Acts 1:1 through 26 prepare that theme?</a:t>
            </a:r>
          </a:p>
          <a:p>
            <a:endParaRPr/>
          </a:p>
          <a:p>
            <a:r>
              <a:t>[Sources]</a:t>
            </a:r>
          </a:p>
          <a:p>
            <a:r>
              <a:t>Lesson Two screenshots: Acts 1:1–26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church does not invent its mission or generate its own power. Jesus appoints the witnesses and directs the mission outward, while the Holy Spirit supplies the power. The believers’ united prayer and patient waiting show that mission begins with dependence on God.</a:t>
            </a:r>
          </a:p>
          <a:p>
            <a:endParaRPr/>
          </a:p>
          <a:p>
            <a:r>
              <a:t>[Sources]</a:t>
            </a:r>
          </a:p>
          <a:p>
            <a:r>
              <a:t>Lesson Two screenshots: Acts 1:1–26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Luke says Jesus appeared to the apostles during forty days after His suffering. These were not casual reunions. He gave convincing proofs that He was alive, spoke about God’s kingdom, and instructed them to wait for the Father’s promise. What purpose do you see in those forty days?</a:t>
            </a:r>
          </a:p>
          <a:p>
            <a:endParaRPr/>
          </a:p>
          <a:p>
            <a:r>
              <a:t>[Sources]</a:t>
            </a:r>
          </a:p>
          <a:p>
            <a:r>
              <a:t>Lesson Two screenshots: Acts 1:1–26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forty days confirmed the reality of the Resurrection and prepared the apostles for what came next. Jesus continued teaching about God’s kingdom and told them not to begin the mission in their own strength, but to wait for the Holy Spirit.</a:t>
            </a:r>
          </a:p>
          <a:p>
            <a:endParaRPr/>
          </a:p>
          <a:p>
            <a:r>
              <a:t>[Sources]</a:t>
            </a:r>
          </a:p>
          <a:p>
            <a:r>
              <a:t>Lesson Two screenshots: Acts 1:1–26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apostles still expected the Messiah to restore the kingdom to Israel, and they wanted to know whether the moment had arrived. Jesus did not correct every detail of their hope; He redirected their attention from the timetable to their responsibility. Why was precise timing not the knowledge they most needed?</a:t>
            </a:r>
          </a:p>
          <a:p>
            <a:endParaRPr/>
          </a:p>
          <a:p>
            <a:r>
              <a:t>[Sources]</a:t>
            </a:r>
          </a:p>
          <a:p>
            <a:r>
              <a:t>Lesson Two screenshots: Acts 1:1–26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Jesus placed the times and dates under the Father’s authority. The apostles’ task was not to master a prophetic calendar but to receive the Spirit’s power and bear witness from Jerusalem outward. The answer shifts attention from speculation about when to obedience in the present.</a:t>
            </a:r>
          </a:p>
          <a:p>
            <a:endParaRPr/>
          </a:p>
          <a:p>
            <a:r>
              <a:t>[Sources]</a:t>
            </a:r>
          </a:p>
          <a:p>
            <a:r>
              <a:t>Lesson Two screenshots: Acts 1:1–26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Jesus had instructed His disciples face to face, but that form of leadership was ending. John 16 connects His departure with the coming work of the Holy Spirit. Why was the Ascension necessary for the next stage of God’s work?</a:t>
            </a:r>
          </a:p>
          <a:p>
            <a:endParaRPr/>
          </a:p>
          <a:p>
            <a:r>
              <a:t>[Sources]</a:t>
            </a:r>
          </a:p>
          <a:p>
            <a:r>
              <a:t>Lesson Two screenshots: Acts 1:1–26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Ascension marked the completion of Jesus’ earthly ministry and His exaltation with the Father. His departure did not abandon the disciples; it opened the next stage in which the Holy Spirit would guide, empower, and bear witness through them.</a:t>
            </a:r>
          </a:p>
          <a:p>
            <a:endParaRPr/>
          </a:p>
          <a:p>
            <a:r>
              <a:t>[Sources]</a:t>
            </a:r>
          </a:p>
          <a:p>
            <a:r>
              <a:t>Lesson Two screenshots: Acts 1:1–26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As the apostles watched Jesus ascend, the angels told them that He would come again in the same way. That promise framed the entire period of their mission. What conviction would sustain them, and why would it encourage them?</a:t>
            </a:r>
          </a:p>
          <a:p>
            <a:endParaRPr/>
          </a:p>
          <a:p>
            <a:r>
              <a:t>[Sources]</a:t>
            </a:r>
          </a:p>
          <a:p>
            <a:r>
              <a:t>Lesson Two screenshots: Acts 1:1–26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apostles could serve with confidence because the ascended Jesus would return. His physical absence was not defeat or abandonment. The promised return gave their work hope, urgency, and a secure ending in God’s purpose.</a:t>
            </a:r>
          </a:p>
          <a:p>
            <a:endParaRPr/>
          </a:p>
          <a:p>
            <a:r>
              <a:t>[Sources]</a:t>
            </a:r>
          </a:p>
          <a:p>
            <a:r>
              <a:t>Lesson Two screenshots: Acts 1:1–26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Peter’s proposal was not simply to fill an empty office. The replacement needed to share the apostles’ history with Jesus and be able to testify to the Resurrection. How did Peter describe the function and qualifications of this person?</a:t>
            </a:r>
          </a:p>
          <a:p>
            <a:endParaRPr/>
          </a:p>
          <a:p>
            <a:r>
              <a:t>[NEXT SLIDE]</a:t>
            </a:r>
          </a:p>
          <a:p>
            <a:endParaRPr/>
          </a:p>
          <a:p>
            <a:r>
              <a:t>[Sources]</a:t>
            </a:r>
          </a:p>
          <a:p>
            <a:r>
              <a:t>Lesson Two screenshots: Acts 1:1–26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Acts 1 gives very specific qualifications for the person replacing Judas: he had to accompany Jesus’ ministry and be a witness of the Resurrection. That raises a practical question. Were the Twelve a unique group whose office cannot be repeated, or can someone hold that same office today? The New Testament sometimes uses the word apostle more broadly for someone who is sent. Let’s consider whether that broader use carries the same authority as the Twelve.</a:t>
            </a:r>
          </a:p>
          <a:p>
            <a:endParaRPr/>
          </a:p>
          <a:p>
            <a:r>
              <a:t>[Sources]</a:t>
            </a:r>
          </a:p>
          <a:p>
            <a:r>
              <a:t>Lesson Two screenshots: Acts 1:1–26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apostle’s central function was to bear witness to Jesus’ resurrection. The candidate had to have accompanied the disciples throughout Jesus’ ministry, beginning with John’s baptism and continuing through the Ascension. This made the witness historical, public, and grounded in firsthand experience.</a:t>
            </a:r>
          </a:p>
          <a:p>
            <a:endParaRPr/>
          </a:p>
          <a:p>
            <a:r>
              <a:t>[Sources]</a:t>
            </a:r>
          </a:p>
          <a:p>
            <a:r>
              <a:t>Lesson Two screenshots: Acts 1:1–26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Between the Ascension and Pentecost, the believers did not scatter or force events. They devoted themselves together to prayer, and they prayed specifically for God’s guidance when choosing between qualified candidates. What role did prayer play, and how does their example speak to us?</a:t>
            </a:r>
          </a:p>
          <a:p>
            <a:endParaRPr/>
          </a:p>
          <a:p>
            <a:r>
              <a:t>[NEXT SLIDE]</a:t>
            </a:r>
          </a:p>
          <a:p>
            <a:endParaRPr/>
          </a:p>
          <a:p>
            <a:r>
              <a:t>[Sources]</a:t>
            </a:r>
          </a:p>
          <a:p>
            <a:r>
              <a:t>Lesson Two screenshots: Acts 1:1–26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Before Pentecost, the believers prayed, identified two qualified candidates, and then cast lots to choose between them. Casting lots was familiar in Jewish life, but Acts never records Christians using it again. So should believers imitate the whole method, or recognize prayer and dependence on God as the lasting pattern? [Smile] It is worth asking before we start carrying dice to church meetings. Let’s explore how Pentecost and the Spirit’s guidance affect the answer.</a:t>
            </a:r>
          </a:p>
          <a:p>
            <a:endParaRPr/>
          </a:p>
          <a:p>
            <a:r>
              <a:t>[Sources]</a:t>
            </a:r>
          </a:p>
          <a:p>
            <a:r>
              <a:t>Lesson Two screenshots: Acts 1:1–26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Prayer shaped both the community’s waiting and its decision. They prayed together, acknowledged that God knows every heart, and then acted on the light they had. Their example encourages unity, patient dependence, and responsible action rather than either passivity or self-reliance.</a:t>
            </a:r>
          </a:p>
          <a:p>
            <a:endParaRPr/>
          </a:p>
          <a:p>
            <a:r>
              <a:t>[Sources]</a:t>
            </a:r>
          </a:p>
          <a:p>
            <a:r>
              <a:t>Lesson Two screenshots: Acts 1:1–26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32A3A"/>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0DF77F6-B74B-4643-8EF6-23D3F3CACAE2}"/>
              </a:ext>
            </a:extLst>
          </p:cNvPr>
          <p:cNvSpPr>
            <a:spLocks noGrp="1"/>
          </p:cNvSpPr>
          <p:nvPr/>
        </p:nvSpPr>
        <p:spPr>
          <a:xfrm>
            <a:off x="666750" y="971550"/>
            <a:ext cx="95250" cy="4572000"/>
          </a:xfrm>
          <a:prstGeom prst="rect">
            <a:avLst/>
          </a:prstGeom>
          <a:solidFill>
            <a:srgbClr val="B8872F"/>
          </a:solidFill>
          <a:ln w="0">
            <a:solidFill>
              <a:srgbClr val="B8872F"/>
            </a:solidFill>
            <a:prstDash val="solid"/>
          </a:ln>
        </p:spPr>
        <p:txBody>
          <a:bodyPr/>
          <a:lstStyle/>
          <a:p>
            <a:endParaRPr lang="en-US"/>
          </a:p>
        </p:txBody>
      </p:sp>
      <p:sp>
        <p:nvSpPr>
          <p:cNvPr id="2" name="Rectangle 1">
            <a:extLst>
              <a:ext uri="{FF2B5EF4-FFF2-40B4-BE49-F238E27FC236}">
                <a16:creationId xmlns:a16="http://schemas.microsoft.com/office/drawing/2014/main" id="{96499DC4-D131-44CB-B254-449ABD12CAEC}"/>
              </a:ext>
            </a:extLst>
          </p:cNvPr>
          <p:cNvSpPr>
            <a:spLocks noGrp="1"/>
          </p:cNvSpPr>
          <p:nvPr/>
        </p:nvSpPr>
        <p:spPr>
          <a:xfrm>
            <a:off x="1143000" y="1381125"/>
            <a:ext cx="8096250" cy="666750"/>
          </a:xfrm>
          <a:prstGeom prst="rect">
            <a:avLst/>
          </a:prstGeom>
          <a:noFill/>
          <a:ln w="0">
            <a:noFill/>
            <a:prstDash val="solid"/>
          </a:ln>
        </p:spPr>
        <p:txBody>
          <a:bodyPr anchor="ctr"/>
          <a:lstStyle/>
          <a:p>
            <a:pPr algn="l">
              <a:defRPr sz="1875" b="1" i="0">
                <a:solidFill>
                  <a:srgbClr val="B8872F"/>
                </a:solidFill>
              </a:defRPr>
            </a:pPr>
            <a:r>
              <a:rPr sz="1875" b="1" i="0">
                <a:solidFill>
                  <a:srgbClr val="B8872F"/>
                </a:solidFill>
              </a:rPr>
              <a:t>WELCOME TO</a:t>
            </a:r>
          </a:p>
        </p:txBody>
      </p:sp>
      <p:sp>
        <p:nvSpPr>
          <p:cNvPr id="3" name="Rectangle 2">
            <a:extLst>
              <a:ext uri="{FF2B5EF4-FFF2-40B4-BE49-F238E27FC236}">
                <a16:creationId xmlns:a16="http://schemas.microsoft.com/office/drawing/2014/main" id="{A468E21D-303B-4870-B64B-34962062F535}"/>
              </a:ext>
            </a:extLst>
          </p:cNvPr>
          <p:cNvSpPr>
            <a:spLocks noGrp="1"/>
          </p:cNvSpPr>
          <p:nvPr/>
        </p:nvSpPr>
        <p:spPr>
          <a:xfrm>
            <a:off x="1095375" y="2047875"/>
            <a:ext cx="8096250" cy="1238250"/>
          </a:xfrm>
          <a:prstGeom prst="rect">
            <a:avLst/>
          </a:prstGeom>
          <a:noFill/>
          <a:ln w="0">
            <a:noFill/>
            <a:prstDash val="solid"/>
          </a:ln>
        </p:spPr>
        <p:txBody>
          <a:bodyPr anchor="ctr"/>
          <a:lstStyle/>
          <a:p>
            <a:pPr algn="l">
              <a:defRPr sz="5700" b="1" i="0">
                <a:solidFill>
                  <a:srgbClr val="FFFFFF"/>
                </a:solidFill>
              </a:defRPr>
            </a:pPr>
            <a:r>
              <a:rPr sz="5700" b="1" i="0">
                <a:solidFill>
                  <a:srgbClr val="FFFFFF"/>
                </a:solidFill>
              </a:rPr>
              <a:t>TNMSG</a:t>
            </a:r>
          </a:p>
        </p:txBody>
      </p:sp>
      <p:sp>
        <p:nvSpPr>
          <p:cNvPr id="4" name="Rectangle 3">
            <a:extLst>
              <a:ext uri="{FF2B5EF4-FFF2-40B4-BE49-F238E27FC236}">
                <a16:creationId xmlns:a16="http://schemas.microsoft.com/office/drawing/2014/main" id="{FC0D011D-B6AC-4E22-A60B-E8880BA35BBE}"/>
              </a:ext>
            </a:extLst>
          </p:cNvPr>
          <p:cNvSpPr>
            <a:spLocks noGrp="1"/>
          </p:cNvSpPr>
          <p:nvPr/>
        </p:nvSpPr>
        <p:spPr>
          <a:xfrm>
            <a:off x="1143000" y="3619500"/>
            <a:ext cx="7810500" cy="619125"/>
          </a:xfrm>
          <a:prstGeom prst="rect">
            <a:avLst/>
          </a:prstGeom>
          <a:noFill/>
          <a:ln w="0">
            <a:noFill/>
            <a:prstDash val="solid"/>
          </a:ln>
        </p:spPr>
        <p:txBody>
          <a:bodyPr anchor="ctr"/>
          <a:lstStyle/>
          <a:p>
            <a:pPr algn="l">
              <a:defRPr sz="2400" b="0" i="0">
                <a:solidFill>
                  <a:srgbClr val="D7E2DD"/>
                </a:solidFill>
              </a:defRPr>
            </a:pPr>
            <a:r>
              <a:rPr sz="2400" b="0" i="0">
                <a:solidFill>
                  <a:srgbClr val="D7E2DD"/>
                </a:solidFill>
              </a:rPr>
              <a:t>Lesson Two • Acts 1:1–26</a:t>
            </a:r>
          </a:p>
        </p:txBody>
      </p:sp>
      <p:sp>
        <p:nvSpPr>
          <p:cNvPr id="5" name="Rectangle 4">
            <a:extLst>
              <a:ext uri="{FF2B5EF4-FFF2-40B4-BE49-F238E27FC236}">
                <a16:creationId xmlns:a16="http://schemas.microsoft.com/office/drawing/2014/main" id="{21C6A34A-A14A-4EAB-939E-A6AF4A0E8C26}"/>
              </a:ext>
            </a:extLst>
          </p:cNvPr>
          <p:cNvSpPr>
            <a:spLocks noGrp="1"/>
          </p:cNvSpPr>
          <p:nvPr/>
        </p:nvSpPr>
        <p:spPr>
          <a:xfrm>
            <a:off x="1143000" y="4333875"/>
            <a:ext cx="8572500" cy="476250"/>
          </a:xfrm>
          <a:prstGeom prst="rect">
            <a:avLst/>
          </a:prstGeom>
          <a:noFill/>
          <a:ln w="0">
            <a:noFill/>
            <a:prstDash val="solid"/>
          </a:ln>
        </p:spPr>
        <p:txBody>
          <a:bodyPr anchor="ctr"/>
          <a:lstStyle/>
          <a:p>
            <a:pPr algn="l">
              <a:defRPr sz="1800" b="0" i="0">
                <a:solidFill>
                  <a:srgbClr val="B8C7C0"/>
                </a:solidFill>
              </a:defRPr>
            </a:pPr>
            <a:r>
              <a:rPr sz="1800" b="0" i="0">
                <a:solidFill>
                  <a:srgbClr val="B8C7C0"/>
                </a:solidFill>
              </a:rPr>
              <a:t>Preparation for the Church’s Mission</a:t>
            </a:r>
          </a:p>
        </p:txBody>
      </p:sp>
    </p:spTree>
    <p:extLst>
      <p:ext uri="{BB962C8B-B14F-4D97-AF65-F5344CB8AC3E}">
        <p14:creationId xmlns:p14="http://schemas.microsoft.com/office/powerpoint/2010/main" val="15517008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2E8"/>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8A40DA6F-451B-4419-9954-5689AA4DDF2D}"/>
              </a:ext>
            </a:extLst>
          </p:cNvPr>
          <p:cNvSpPr>
            <a:spLocks noGrp="1"/>
          </p:cNvSpPr>
          <p:nvPr/>
        </p:nvSpPr>
        <p:spPr>
          <a:xfrm>
            <a:off x="0" y="0"/>
            <a:ext cx="12192000" cy="114300"/>
          </a:xfrm>
          <a:prstGeom prst="rect">
            <a:avLst/>
          </a:prstGeom>
          <a:solidFill>
            <a:srgbClr val="B8872F"/>
          </a:solidFill>
          <a:ln w="0">
            <a:solidFill>
              <a:srgbClr val="B8872F"/>
            </a:solidFill>
            <a:prstDash val="solid"/>
          </a:ln>
        </p:spPr>
        <p:txBody>
          <a:bodyPr/>
          <a:lstStyle/>
          <a:p>
            <a:endParaRPr lang="en-US"/>
          </a:p>
        </p:txBody>
      </p:sp>
      <p:sp>
        <p:nvSpPr>
          <p:cNvPr id="2" name="Rectangle 1">
            <a:extLst>
              <a:ext uri="{FF2B5EF4-FFF2-40B4-BE49-F238E27FC236}">
                <a16:creationId xmlns:a16="http://schemas.microsoft.com/office/drawing/2014/main" id="{2A506BCE-E5FF-443B-B4C7-64D341A12313}"/>
              </a:ext>
            </a:extLst>
          </p:cNvPr>
          <p:cNvSpPr>
            <a:spLocks noGrp="1"/>
          </p:cNvSpPr>
          <p:nvPr/>
        </p:nvSpPr>
        <p:spPr>
          <a:xfrm>
            <a:off x="723900" y="304800"/>
            <a:ext cx="5334000" cy="285750"/>
          </a:xfrm>
          <a:prstGeom prst="rect">
            <a:avLst/>
          </a:prstGeom>
          <a:noFill/>
          <a:ln w="0">
            <a:noFill/>
            <a:prstDash val="solid"/>
          </a:ln>
        </p:spPr>
        <p:txBody>
          <a:bodyPr anchor="ctr"/>
          <a:lstStyle/>
          <a:p>
            <a:pPr algn="l">
              <a:defRPr sz="1350" b="1" i="0">
                <a:solidFill>
                  <a:srgbClr val="486554"/>
                </a:solidFill>
              </a:defRPr>
            </a:pPr>
            <a:r>
              <a:rPr sz="1350" b="1" i="0">
                <a:solidFill>
                  <a:srgbClr val="486554"/>
                </a:solidFill>
              </a:rPr>
              <a:t>CHAPTER OVERVIEW</a:t>
            </a:r>
          </a:p>
        </p:txBody>
      </p:sp>
      <p:sp>
        <p:nvSpPr>
          <p:cNvPr id="3" name="Rectangle 2">
            <a:extLst>
              <a:ext uri="{FF2B5EF4-FFF2-40B4-BE49-F238E27FC236}">
                <a16:creationId xmlns:a16="http://schemas.microsoft.com/office/drawing/2014/main" id="{6A6A84CF-584B-41B8-B02A-478656DC8D4E}"/>
              </a:ext>
            </a:extLst>
          </p:cNvPr>
          <p:cNvSpPr>
            <a:spLocks noGrp="1"/>
          </p:cNvSpPr>
          <p:nvPr/>
        </p:nvSpPr>
        <p:spPr>
          <a:xfrm>
            <a:off x="10991850" y="304800"/>
            <a:ext cx="514350" cy="285750"/>
          </a:xfrm>
          <a:prstGeom prst="rect">
            <a:avLst/>
          </a:prstGeom>
          <a:noFill/>
          <a:ln w="0">
            <a:noFill/>
            <a:prstDash val="solid"/>
          </a:ln>
        </p:spPr>
        <p:txBody>
          <a:bodyPr anchor="ctr"/>
          <a:lstStyle/>
          <a:p>
            <a:pPr algn="r">
              <a:defRPr sz="1350" b="1" i="0">
                <a:solidFill>
                  <a:srgbClr val="486554"/>
                </a:solidFill>
              </a:defRPr>
            </a:pPr>
            <a:r>
              <a:rPr sz="1350" b="1" i="0">
                <a:solidFill>
                  <a:srgbClr val="486554"/>
                </a:solidFill>
              </a:rPr>
              <a:t>02</a:t>
            </a:r>
          </a:p>
        </p:txBody>
      </p:sp>
      <p:sp>
        <p:nvSpPr>
          <p:cNvPr id="4" name="Rectangle 3">
            <a:extLst>
              <a:ext uri="{FF2B5EF4-FFF2-40B4-BE49-F238E27FC236}">
                <a16:creationId xmlns:a16="http://schemas.microsoft.com/office/drawing/2014/main" id="{AD983725-68F5-46CC-BE89-DC1CF8675F23}"/>
              </a:ext>
            </a:extLst>
          </p:cNvPr>
          <p:cNvSpPr>
            <a:spLocks noGrp="1"/>
          </p:cNvSpPr>
          <p:nvPr/>
        </p:nvSpPr>
        <p:spPr>
          <a:xfrm>
            <a:off x="723900" y="733425"/>
            <a:ext cx="10782300" cy="19050"/>
          </a:xfrm>
          <a:prstGeom prst="rect">
            <a:avLst/>
          </a:prstGeom>
          <a:solidFill>
            <a:srgbClr val="E2E9E3"/>
          </a:solidFill>
          <a:ln w="0">
            <a:solidFill>
              <a:srgbClr val="E2E9E3"/>
            </a:solidFill>
            <a:prstDash val="solid"/>
          </a:ln>
        </p:spPr>
        <p:txBody>
          <a:bodyPr/>
          <a:lstStyle/>
          <a:p>
            <a:endParaRPr lang="en-US"/>
          </a:p>
        </p:txBody>
      </p:sp>
      <p:sp>
        <p:nvSpPr>
          <p:cNvPr id="5" name="Rectangle 4">
            <a:extLst>
              <a:ext uri="{FF2B5EF4-FFF2-40B4-BE49-F238E27FC236}">
                <a16:creationId xmlns:a16="http://schemas.microsoft.com/office/drawing/2014/main" id="{7A42063B-2C45-4F9D-8ACB-CFFA3709C396}"/>
              </a:ext>
            </a:extLst>
          </p:cNvPr>
          <p:cNvSpPr>
            <a:spLocks noGrp="1"/>
          </p:cNvSpPr>
          <p:nvPr/>
        </p:nvSpPr>
        <p:spPr>
          <a:xfrm>
            <a:off x="723900" y="876300"/>
            <a:ext cx="10782300" cy="876300"/>
          </a:xfrm>
          <a:prstGeom prst="rect">
            <a:avLst/>
          </a:prstGeom>
          <a:noFill/>
          <a:ln w="0">
            <a:noFill/>
            <a:prstDash val="solid"/>
          </a:ln>
        </p:spPr>
        <p:txBody>
          <a:bodyPr anchor="ctr"/>
          <a:lstStyle/>
          <a:p>
            <a:pPr algn="l">
              <a:defRPr sz="3450" b="1" i="0">
                <a:solidFill>
                  <a:srgbClr val="132A3A"/>
                </a:solidFill>
              </a:defRPr>
            </a:pPr>
            <a:r>
              <a:rPr sz="3450" b="1" i="0">
                <a:solidFill>
                  <a:srgbClr val="132A3A"/>
                </a:solidFill>
              </a:rPr>
              <a:t>Acts 1 prepares the witnesses</a:t>
            </a:r>
          </a:p>
        </p:txBody>
      </p:sp>
      <p:sp>
        <p:nvSpPr>
          <p:cNvPr id="6" name="Rectangle 5">
            <a:extLst>
              <a:ext uri="{FF2B5EF4-FFF2-40B4-BE49-F238E27FC236}">
                <a16:creationId xmlns:a16="http://schemas.microsoft.com/office/drawing/2014/main" id="{EF97F00D-6BC0-4ED1-89AC-E08E58995104}"/>
              </a:ext>
            </a:extLst>
          </p:cNvPr>
          <p:cNvSpPr>
            <a:spLocks noGrp="1"/>
          </p:cNvSpPr>
          <p:nvPr/>
        </p:nvSpPr>
        <p:spPr>
          <a:xfrm>
            <a:off x="742950" y="1752600"/>
            <a:ext cx="10620375" cy="590550"/>
          </a:xfrm>
          <a:prstGeom prst="rect">
            <a:avLst/>
          </a:prstGeom>
          <a:noFill/>
          <a:ln w="0">
            <a:noFill/>
            <a:prstDash val="solid"/>
          </a:ln>
        </p:spPr>
        <p:txBody>
          <a:bodyPr anchor="ctr"/>
          <a:lstStyle/>
          <a:p>
            <a:pPr algn="l">
              <a:defRPr sz="2175" b="1" i="0">
                <a:solidFill>
                  <a:srgbClr val="486554"/>
                </a:solidFill>
              </a:defRPr>
            </a:pPr>
            <a:r>
              <a:rPr sz="2175" b="1" i="0">
                <a:solidFill>
                  <a:srgbClr val="486554"/>
                </a:solidFill>
              </a:rPr>
              <a:t>Jesus commissions, promises, ascends—and the believers wait together.</a:t>
            </a:r>
          </a:p>
        </p:txBody>
      </p:sp>
      <p:sp>
        <p:nvSpPr>
          <p:cNvPr id="7" name="Oval 6">
            <a:extLst>
              <a:ext uri="{FF2B5EF4-FFF2-40B4-BE49-F238E27FC236}">
                <a16:creationId xmlns:a16="http://schemas.microsoft.com/office/drawing/2014/main" id="{0ED36D16-F2AE-4256-95B8-508FB903331F}"/>
              </a:ext>
            </a:extLst>
          </p:cNvPr>
          <p:cNvSpPr>
            <a:spLocks noGrp="1"/>
          </p:cNvSpPr>
          <p:nvPr/>
        </p:nvSpPr>
        <p:spPr>
          <a:xfrm>
            <a:off x="762000" y="3028950"/>
            <a:ext cx="133350" cy="133350"/>
          </a:xfrm>
          <a:prstGeom prst="ellipse">
            <a:avLst/>
          </a:prstGeom>
          <a:solidFill>
            <a:srgbClr val="B8872F"/>
          </a:solidFill>
          <a:ln w="0">
            <a:solidFill>
              <a:srgbClr val="B8872F"/>
            </a:solidFill>
            <a:prstDash val="solid"/>
          </a:ln>
        </p:spPr>
        <p:txBody>
          <a:bodyPr/>
          <a:lstStyle/>
          <a:p>
            <a:endParaRPr lang="en-US"/>
          </a:p>
        </p:txBody>
      </p:sp>
      <p:sp>
        <p:nvSpPr>
          <p:cNvPr id="8" name="Rectangle 7">
            <a:extLst>
              <a:ext uri="{FF2B5EF4-FFF2-40B4-BE49-F238E27FC236}">
                <a16:creationId xmlns:a16="http://schemas.microsoft.com/office/drawing/2014/main" id="{7622FA48-AD1B-4E3D-88C9-D3EE687C2115}"/>
              </a:ext>
            </a:extLst>
          </p:cNvPr>
          <p:cNvSpPr>
            <a:spLocks noGrp="1"/>
          </p:cNvSpPr>
          <p:nvPr/>
        </p:nvSpPr>
        <p:spPr>
          <a:xfrm>
            <a:off x="1066800" y="2714625"/>
            <a:ext cx="10287000" cy="762000"/>
          </a:xfrm>
          <a:prstGeom prst="rect">
            <a:avLst/>
          </a:prstGeom>
          <a:noFill/>
          <a:ln w="0">
            <a:noFill/>
            <a:prstDash val="solid"/>
          </a:ln>
        </p:spPr>
        <p:txBody>
          <a:bodyPr anchor="ctr"/>
          <a:lstStyle/>
          <a:p>
            <a:pPr algn="l">
              <a:defRPr sz="2100" b="0" i="0">
                <a:solidFill>
                  <a:srgbClr val="17232B"/>
                </a:solidFill>
              </a:defRPr>
            </a:pPr>
            <a:r>
              <a:rPr sz="2100" b="0" i="0">
                <a:solidFill>
                  <a:srgbClr val="17232B"/>
                </a:solidFill>
              </a:rPr>
              <a:t>The risen Jesus teaches about God’s kingdom.</a:t>
            </a:r>
          </a:p>
        </p:txBody>
      </p:sp>
      <p:sp>
        <p:nvSpPr>
          <p:cNvPr id="9" name="Oval 8">
            <a:extLst>
              <a:ext uri="{FF2B5EF4-FFF2-40B4-BE49-F238E27FC236}">
                <a16:creationId xmlns:a16="http://schemas.microsoft.com/office/drawing/2014/main" id="{862A6DA4-28F3-48CB-806A-D9169DFA0F55}"/>
              </a:ext>
            </a:extLst>
          </p:cNvPr>
          <p:cNvSpPr>
            <a:spLocks noGrp="1"/>
          </p:cNvSpPr>
          <p:nvPr/>
        </p:nvSpPr>
        <p:spPr>
          <a:xfrm>
            <a:off x="762000" y="3790950"/>
            <a:ext cx="133350" cy="133350"/>
          </a:xfrm>
          <a:prstGeom prst="ellipse">
            <a:avLst/>
          </a:prstGeom>
          <a:solidFill>
            <a:srgbClr val="B8872F"/>
          </a:solidFill>
          <a:ln w="0">
            <a:solidFill>
              <a:srgbClr val="B8872F"/>
            </a:solidFill>
            <a:prstDash val="solid"/>
          </a:ln>
        </p:spPr>
        <p:txBody>
          <a:bodyPr/>
          <a:lstStyle/>
          <a:p>
            <a:endParaRPr lang="en-US"/>
          </a:p>
        </p:txBody>
      </p:sp>
      <p:sp>
        <p:nvSpPr>
          <p:cNvPr id="10" name="Rectangle 9">
            <a:extLst>
              <a:ext uri="{FF2B5EF4-FFF2-40B4-BE49-F238E27FC236}">
                <a16:creationId xmlns:a16="http://schemas.microsoft.com/office/drawing/2014/main" id="{BCD7FD82-3456-445A-A63A-CF5CE4A8C186}"/>
              </a:ext>
            </a:extLst>
          </p:cNvPr>
          <p:cNvSpPr>
            <a:spLocks noGrp="1"/>
          </p:cNvSpPr>
          <p:nvPr/>
        </p:nvSpPr>
        <p:spPr>
          <a:xfrm>
            <a:off x="1066800" y="3476625"/>
            <a:ext cx="10287000" cy="762000"/>
          </a:xfrm>
          <a:prstGeom prst="rect">
            <a:avLst/>
          </a:prstGeom>
          <a:noFill/>
          <a:ln w="0">
            <a:noFill/>
            <a:prstDash val="solid"/>
          </a:ln>
        </p:spPr>
        <p:txBody>
          <a:bodyPr anchor="ctr"/>
          <a:lstStyle/>
          <a:p>
            <a:pPr algn="l">
              <a:defRPr sz="2100" b="0" i="0">
                <a:solidFill>
                  <a:srgbClr val="17232B"/>
                </a:solidFill>
              </a:defRPr>
            </a:pPr>
            <a:r>
              <a:rPr sz="2100" b="0" i="0">
                <a:solidFill>
                  <a:srgbClr val="17232B"/>
                </a:solidFill>
              </a:rPr>
              <a:t>The apostles receive a mission and the promise of the Holy Spirit.</a:t>
            </a:r>
          </a:p>
        </p:txBody>
      </p:sp>
      <p:sp>
        <p:nvSpPr>
          <p:cNvPr id="11" name="Oval 10">
            <a:extLst>
              <a:ext uri="{FF2B5EF4-FFF2-40B4-BE49-F238E27FC236}">
                <a16:creationId xmlns:a16="http://schemas.microsoft.com/office/drawing/2014/main" id="{953F9395-92A8-4E67-8141-EB2535EC7352}"/>
              </a:ext>
            </a:extLst>
          </p:cNvPr>
          <p:cNvSpPr>
            <a:spLocks noGrp="1"/>
          </p:cNvSpPr>
          <p:nvPr/>
        </p:nvSpPr>
        <p:spPr>
          <a:xfrm>
            <a:off x="762000" y="4552950"/>
            <a:ext cx="133350" cy="133350"/>
          </a:xfrm>
          <a:prstGeom prst="ellipse">
            <a:avLst/>
          </a:prstGeom>
          <a:solidFill>
            <a:srgbClr val="B8872F"/>
          </a:solidFill>
          <a:ln w="0">
            <a:solidFill>
              <a:srgbClr val="B8872F"/>
            </a:solidFill>
            <a:prstDash val="solid"/>
          </a:ln>
        </p:spPr>
        <p:txBody>
          <a:bodyPr/>
          <a:lstStyle/>
          <a:p>
            <a:endParaRPr lang="en-US"/>
          </a:p>
        </p:txBody>
      </p:sp>
      <p:sp>
        <p:nvSpPr>
          <p:cNvPr id="12" name="Rectangle 11">
            <a:extLst>
              <a:ext uri="{FF2B5EF4-FFF2-40B4-BE49-F238E27FC236}">
                <a16:creationId xmlns:a16="http://schemas.microsoft.com/office/drawing/2014/main" id="{071D004E-F181-47E8-B0CA-24D9ED5D71A2}"/>
              </a:ext>
            </a:extLst>
          </p:cNvPr>
          <p:cNvSpPr>
            <a:spLocks noGrp="1"/>
          </p:cNvSpPr>
          <p:nvPr/>
        </p:nvSpPr>
        <p:spPr>
          <a:xfrm>
            <a:off x="1066800" y="4238625"/>
            <a:ext cx="10287000" cy="762000"/>
          </a:xfrm>
          <a:prstGeom prst="rect">
            <a:avLst/>
          </a:prstGeom>
          <a:noFill/>
          <a:ln w="0">
            <a:noFill/>
            <a:prstDash val="solid"/>
          </a:ln>
        </p:spPr>
        <p:txBody>
          <a:bodyPr anchor="ctr"/>
          <a:lstStyle/>
          <a:p>
            <a:pPr algn="l">
              <a:defRPr sz="2100" b="0" i="0">
                <a:solidFill>
                  <a:srgbClr val="17232B"/>
                </a:solidFill>
              </a:defRPr>
            </a:pPr>
            <a:r>
              <a:rPr sz="2100" b="0" i="0">
                <a:solidFill>
                  <a:srgbClr val="17232B"/>
                </a:solidFill>
              </a:rPr>
              <a:t>Jesus ascends with the promise that He will return.</a:t>
            </a:r>
          </a:p>
        </p:txBody>
      </p:sp>
      <p:sp>
        <p:nvSpPr>
          <p:cNvPr id="13" name="Oval 12">
            <a:extLst>
              <a:ext uri="{FF2B5EF4-FFF2-40B4-BE49-F238E27FC236}">
                <a16:creationId xmlns:a16="http://schemas.microsoft.com/office/drawing/2014/main" id="{F8D9BC9D-53CE-4804-96B1-E87204A929B1}"/>
              </a:ext>
            </a:extLst>
          </p:cNvPr>
          <p:cNvSpPr>
            <a:spLocks noGrp="1"/>
          </p:cNvSpPr>
          <p:nvPr/>
        </p:nvSpPr>
        <p:spPr>
          <a:xfrm>
            <a:off x="762000" y="5314950"/>
            <a:ext cx="133350" cy="133350"/>
          </a:xfrm>
          <a:prstGeom prst="ellipse">
            <a:avLst/>
          </a:prstGeom>
          <a:solidFill>
            <a:srgbClr val="B8872F"/>
          </a:solidFill>
          <a:ln w="0">
            <a:solidFill>
              <a:srgbClr val="B8872F"/>
            </a:solidFill>
            <a:prstDash val="solid"/>
          </a:ln>
        </p:spPr>
        <p:txBody>
          <a:bodyPr/>
          <a:lstStyle/>
          <a:p>
            <a:endParaRPr lang="en-US"/>
          </a:p>
        </p:txBody>
      </p:sp>
      <p:sp>
        <p:nvSpPr>
          <p:cNvPr id="14" name="Rectangle 13">
            <a:extLst>
              <a:ext uri="{FF2B5EF4-FFF2-40B4-BE49-F238E27FC236}">
                <a16:creationId xmlns:a16="http://schemas.microsoft.com/office/drawing/2014/main" id="{4243B51E-1A8D-4392-928D-D8D977A72923}"/>
              </a:ext>
            </a:extLst>
          </p:cNvPr>
          <p:cNvSpPr>
            <a:spLocks noGrp="1"/>
          </p:cNvSpPr>
          <p:nvPr/>
        </p:nvSpPr>
        <p:spPr>
          <a:xfrm>
            <a:off x="1066800" y="5000625"/>
            <a:ext cx="10287000" cy="762000"/>
          </a:xfrm>
          <a:prstGeom prst="rect">
            <a:avLst/>
          </a:prstGeom>
          <a:noFill/>
          <a:ln w="0">
            <a:noFill/>
            <a:prstDash val="solid"/>
          </a:ln>
        </p:spPr>
        <p:txBody>
          <a:bodyPr anchor="ctr"/>
          <a:lstStyle/>
          <a:p>
            <a:pPr algn="l">
              <a:defRPr sz="2100" b="0" i="0">
                <a:solidFill>
                  <a:srgbClr val="17232B"/>
                </a:solidFill>
              </a:defRPr>
            </a:pPr>
            <a:r>
              <a:rPr sz="2100" b="0" i="0">
                <a:solidFill>
                  <a:srgbClr val="17232B"/>
                </a:solidFill>
              </a:rPr>
              <a:t>The believers pray together and restore the Twelve.</a:t>
            </a:r>
          </a:p>
        </p:txBody>
      </p:sp>
    </p:spTree>
    <p:extLst>
      <p:ext uri="{BB962C8B-B14F-4D97-AF65-F5344CB8AC3E}">
        <p14:creationId xmlns:p14="http://schemas.microsoft.com/office/powerpoint/2010/main" val="6332421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2E8"/>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E00C690B-48EA-4DD1-9588-B3CA9AC3708F}"/>
              </a:ext>
            </a:extLst>
          </p:cNvPr>
          <p:cNvSpPr>
            <a:spLocks noGrp="1"/>
          </p:cNvSpPr>
          <p:nvPr/>
        </p:nvSpPr>
        <p:spPr>
          <a:xfrm>
            <a:off x="0" y="0"/>
            <a:ext cx="12192000" cy="114300"/>
          </a:xfrm>
          <a:prstGeom prst="rect">
            <a:avLst/>
          </a:prstGeom>
          <a:solidFill>
            <a:srgbClr val="B8872F"/>
          </a:solidFill>
          <a:ln w="0">
            <a:solidFill>
              <a:srgbClr val="B8872F"/>
            </a:solidFill>
            <a:prstDash val="solid"/>
          </a:ln>
        </p:spPr>
        <p:txBody>
          <a:bodyPr/>
          <a:lstStyle/>
          <a:p>
            <a:endParaRPr lang="en-US"/>
          </a:p>
        </p:txBody>
      </p:sp>
      <p:sp>
        <p:nvSpPr>
          <p:cNvPr id="2" name="Rectangle 1">
            <a:extLst>
              <a:ext uri="{FF2B5EF4-FFF2-40B4-BE49-F238E27FC236}">
                <a16:creationId xmlns:a16="http://schemas.microsoft.com/office/drawing/2014/main" id="{16D496E6-3F52-42E0-A9F0-CDDB38C2BBE4}"/>
              </a:ext>
            </a:extLst>
          </p:cNvPr>
          <p:cNvSpPr>
            <a:spLocks noGrp="1"/>
          </p:cNvSpPr>
          <p:nvPr/>
        </p:nvSpPr>
        <p:spPr>
          <a:xfrm>
            <a:off x="723900" y="304800"/>
            <a:ext cx="5334000" cy="285750"/>
          </a:xfrm>
          <a:prstGeom prst="rect">
            <a:avLst/>
          </a:prstGeom>
          <a:noFill/>
          <a:ln w="0">
            <a:noFill/>
            <a:prstDash val="solid"/>
          </a:ln>
        </p:spPr>
        <p:txBody>
          <a:bodyPr anchor="ctr"/>
          <a:lstStyle/>
          <a:p>
            <a:pPr algn="l">
              <a:defRPr sz="1350" b="1" i="0">
                <a:solidFill>
                  <a:srgbClr val="486554"/>
                </a:solidFill>
              </a:defRPr>
            </a:pPr>
            <a:r>
              <a:rPr sz="1350" b="1" i="0">
                <a:solidFill>
                  <a:srgbClr val="486554"/>
                </a:solidFill>
              </a:rPr>
              <a:t>QUESTION 1</a:t>
            </a:r>
          </a:p>
        </p:txBody>
      </p:sp>
      <p:sp>
        <p:nvSpPr>
          <p:cNvPr id="3" name="Rectangle 2">
            <a:extLst>
              <a:ext uri="{FF2B5EF4-FFF2-40B4-BE49-F238E27FC236}">
                <a16:creationId xmlns:a16="http://schemas.microsoft.com/office/drawing/2014/main" id="{09E8951B-2078-4516-B445-9C51289BFA5B}"/>
              </a:ext>
            </a:extLst>
          </p:cNvPr>
          <p:cNvSpPr>
            <a:spLocks noGrp="1"/>
          </p:cNvSpPr>
          <p:nvPr/>
        </p:nvSpPr>
        <p:spPr>
          <a:xfrm>
            <a:off x="10991850" y="304800"/>
            <a:ext cx="514350" cy="285750"/>
          </a:xfrm>
          <a:prstGeom prst="rect">
            <a:avLst/>
          </a:prstGeom>
          <a:noFill/>
          <a:ln w="0">
            <a:noFill/>
            <a:prstDash val="solid"/>
          </a:ln>
        </p:spPr>
        <p:txBody>
          <a:bodyPr anchor="ctr"/>
          <a:lstStyle/>
          <a:p>
            <a:pPr algn="r">
              <a:defRPr sz="1350" b="1" i="0">
                <a:solidFill>
                  <a:srgbClr val="486554"/>
                </a:solidFill>
              </a:defRPr>
            </a:pPr>
            <a:r>
              <a:rPr sz="1350" b="1" i="0">
                <a:solidFill>
                  <a:srgbClr val="486554"/>
                </a:solidFill>
              </a:rPr>
              <a:t>03</a:t>
            </a:r>
          </a:p>
        </p:txBody>
      </p:sp>
      <p:sp>
        <p:nvSpPr>
          <p:cNvPr id="4" name="Rectangle 3">
            <a:extLst>
              <a:ext uri="{FF2B5EF4-FFF2-40B4-BE49-F238E27FC236}">
                <a16:creationId xmlns:a16="http://schemas.microsoft.com/office/drawing/2014/main" id="{71F5C98D-8C9B-41C9-B28D-61AC353A3238}"/>
              </a:ext>
            </a:extLst>
          </p:cNvPr>
          <p:cNvSpPr>
            <a:spLocks noGrp="1"/>
          </p:cNvSpPr>
          <p:nvPr/>
        </p:nvSpPr>
        <p:spPr>
          <a:xfrm>
            <a:off x="723900" y="733425"/>
            <a:ext cx="10782300" cy="19050"/>
          </a:xfrm>
          <a:prstGeom prst="rect">
            <a:avLst/>
          </a:prstGeom>
          <a:solidFill>
            <a:srgbClr val="E2E9E3"/>
          </a:solidFill>
          <a:ln w="0">
            <a:solidFill>
              <a:srgbClr val="E2E9E3"/>
            </a:solidFill>
            <a:prstDash val="solid"/>
          </a:ln>
        </p:spPr>
        <p:txBody>
          <a:bodyPr/>
          <a:lstStyle/>
          <a:p>
            <a:endParaRPr lang="en-US"/>
          </a:p>
        </p:txBody>
      </p:sp>
      <p:sp>
        <p:nvSpPr>
          <p:cNvPr id="5" name="Rectangle 4">
            <a:extLst>
              <a:ext uri="{FF2B5EF4-FFF2-40B4-BE49-F238E27FC236}">
                <a16:creationId xmlns:a16="http://schemas.microsoft.com/office/drawing/2014/main" id="{9064AB30-8F1D-4CC8-BECF-F6445B90726E}"/>
              </a:ext>
            </a:extLst>
          </p:cNvPr>
          <p:cNvSpPr>
            <a:spLocks noGrp="1"/>
          </p:cNvSpPr>
          <p:nvPr/>
        </p:nvSpPr>
        <p:spPr>
          <a:xfrm>
            <a:off x="723900" y="904875"/>
            <a:ext cx="10763250" cy="742950"/>
          </a:xfrm>
          <a:prstGeom prst="rect">
            <a:avLst/>
          </a:prstGeom>
          <a:noFill/>
          <a:ln w="0">
            <a:noFill/>
            <a:prstDash val="solid"/>
          </a:ln>
        </p:spPr>
        <p:txBody>
          <a:bodyPr anchor="ctr"/>
          <a:lstStyle/>
          <a:p>
            <a:pPr algn="l">
              <a:defRPr sz="2700" b="1" i="0">
                <a:solidFill>
                  <a:srgbClr val="132A3A"/>
                </a:solidFill>
              </a:defRPr>
            </a:pPr>
            <a:r>
              <a:rPr sz="2700" b="1" i="0">
                <a:solidFill>
                  <a:srgbClr val="132A3A"/>
                </a:solidFill>
              </a:rPr>
              <a:t>Question 1</a:t>
            </a:r>
          </a:p>
        </p:txBody>
      </p:sp>
      <p:sp>
        <p:nvSpPr>
          <p:cNvPr id="6" name="Rectangle 5">
            <a:extLst>
              <a:ext uri="{FF2B5EF4-FFF2-40B4-BE49-F238E27FC236}">
                <a16:creationId xmlns:a16="http://schemas.microsoft.com/office/drawing/2014/main" id="{CB895E90-4114-4690-AF54-7CD5593008C0}"/>
              </a:ext>
            </a:extLst>
          </p:cNvPr>
          <p:cNvSpPr>
            <a:spLocks noGrp="1"/>
          </p:cNvSpPr>
          <p:nvPr/>
        </p:nvSpPr>
        <p:spPr>
          <a:xfrm>
            <a:off x="742950" y="1952625"/>
            <a:ext cx="66675" cy="1666875"/>
          </a:xfrm>
          <a:prstGeom prst="rect">
            <a:avLst/>
          </a:prstGeom>
          <a:solidFill>
            <a:srgbClr val="B8872F"/>
          </a:solidFill>
          <a:ln w="0">
            <a:solidFill>
              <a:srgbClr val="B8872F"/>
            </a:solidFill>
            <a:prstDash val="solid"/>
          </a:ln>
        </p:spPr>
        <p:txBody>
          <a:bodyPr/>
          <a:lstStyle/>
          <a:p>
            <a:endParaRPr lang="en-US"/>
          </a:p>
        </p:txBody>
      </p:sp>
      <p:sp>
        <p:nvSpPr>
          <p:cNvPr id="7" name="Rectangle 6">
            <a:extLst>
              <a:ext uri="{FF2B5EF4-FFF2-40B4-BE49-F238E27FC236}">
                <a16:creationId xmlns:a16="http://schemas.microsoft.com/office/drawing/2014/main" id="{EA2C9A64-C1E8-4095-B2D4-885F6672B7F9}"/>
              </a:ext>
            </a:extLst>
          </p:cNvPr>
          <p:cNvSpPr>
            <a:spLocks noGrp="1"/>
          </p:cNvSpPr>
          <p:nvPr/>
        </p:nvSpPr>
        <p:spPr>
          <a:xfrm>
            <a:off x="1028700" y="1952625"/>
            <a:ext cx="10287000" cy="1666875"/>
          </a:xfrm>
          <a:prstGeom prst="rect">
            <a:avLst/>
          </a:prstGeom>
          <a:noFill/>
          <a:ln w="0">
            <a:noFill/>
            <a:prstDash val="solid"/>
          </a:ln>
        </p:spPr>
        <p:txBody>
          <a:bodyPr anchor="t"/>
          <a:lstStyle/>
          <a:p>
            <a:pPr algn="l">
              <a:defRPr sz="2700" b="1" i="0">
                <a:solidFill>
                  <a:srgbClr val="132A3A"/>
                </a:solidFill>
              </a:defRPr>
            </a:pPr>
            <a:r>
              <a:rPr sz="2700" b="1" i="0">
                <a:solidFill>
                  <a:srgbClr val="132A3A"/>
                </a:solidFill>
              </a:rPr>
              <a:t>For each of the following sections, write a title that expresses what the section is about.</a:t>
            </a:r>
          </a:p>
        </p:txBody>
      </p:sp>
      <p:sp>
        <p:nvSpPr>
          <p:cNvPr id="8" name="Oval 7">
            <a:extLst>
              <a:ext uri="{FF2B5EF4-FFF2-40B4-BE49-F238E27FC236}">
                <a16:creationId xmlns:a16="http://schemas.microsoft.com/office/drawing/2014/main" id="{C8A4D1B2-9A4B-4104-B47B-D0D3B9CE0FA4}"/>
              </a:ext>
            </a:extLst>
          </p:cNvPr>
          <p:cNvSpPr>
            <a:spLocks noGrp="1"/>
          </p:cNvSpPr>
          <p:nvPr/>
        </p:nvSpPr>
        <p:spPr>
          <a:xfrm>
            <a:off x="762000" y="4191000"/>
            <a:ext cx="133350" cy="133350"/>
          </a:xfrm>
          <a:prstGeom prst="ellipse">
            <a:avLst/>
          </a:prstGeom>
          <a:solidFill>
            <a:srgbClr val="B8872F"/>
          </a:solidFill>
          <a:ln w="0">
            <a:solidFill>
              <a:srgbClr val="B8872F"/>
            </a:solidFill>
            <a:prstDash val="solid"/>
          </a:ln>
        </p:spPr>
        <p:txBody>
          <a:bodyPr/>
          <a:lstStyle/>
          <a:p>
            <a:endParaRPr lang="en-US"/>
          </a:p>
        </p:txBody>
      </p:sp>
      <p:sp>
        <p:nvSpPr>
          <p:cNvPr id="9" name="Rectangle 8">
            <a:extLst>
              <a:ext uri="{FF2B5EF4-FFF2-40B4-BE49-F238E27FC236}">
                <a16:creationId xmlns:a16="http://schemas.microsoft.com/office/drawing/2014/main" id="{7C74842C-5E40-4886-A86A-4B87E18E5892}"/>
              </a:ext>
            </a:extLst>
          </p:cNvPr>
          <p:cNvSpPr>
            <a:spLocks noGrp="1"/>
          </p:cNvSpPr>
          <p:nvPr/>
        </p:nvSpPr>
        <p:spPr>
          <a:xfrm>
            <a:off x="1066800" y="3867150"/>
            <a:ext cx="10287000" cy="781050"/>
          </a:xfrm>
          <a:prstGeom prst="rect">
            <a:avLst/>
          </a:prstGeom>
          <a:noFill/>
          <a:ln w="0">
            <a:noFill/>
            <a:prstDash val="solid"/>
          </a:ln>
        </p:spPr>
        <p:txBody>
          <a:bodyPr anchor="ctr"/>
          <a:lstStyle/>
          <a:p>
            <a:pPr algn="l">
              <a:defRPr sz="2100" b="0" i="0">
                <a:solidFill>
                  <a:srgbClr val="17232B"/>
                </a:solidFill>
              </a:defRPr>
            </a:pPr>
            <a:r>
              <a:rPr sz="2100" b="0" i="0">
                <a:solidFill>
                  <a:srgbClr val="17232B"/>
                </a:solidFill>
              </a:rPr>
              <a:t>1:1–11</a:t>
            </a:r>
          </a:p>
        </p:txBody>
      </p:sp>
      <p:sp>
        <p:nvSpPr>
          <p:cNvPr id="10" name="Oval 9">
            <a:extLst>
              <a:ext uri="{FF2B5EF4-FFF2-40B4-BE49-F238E27FC236}">
                <a16:creationId xmlns:a16="http://schemas.microsoft.com/office/drawing/2014/main" id="{2327A377-C471-4F25-9D9F-F95DDE3ABC01}"/>
              </a:ext>
            </a:extLst>
          </p:cNvPr>
          <p:cNvSpPr>
            <a:spLocks noGrp="1"/>
          </p:cNvSpPr>
          <p:nvPr/>
        </p:nvSpPr>
        <p:spPr>
          <a:xfrm>
            <a:off x="762000" y="4972050"/>
            <a:ext cx="133350" cy="133350"/>
          </a:xfrm>
          <a:prstGeom prst="ellipse">
            <a:avLst/>
          </a:prstGeom>
          <a:solidFill>
            <a:srgbClr val="B8872F"/>
          </a:solidFill>
          <a:ln w="0">
            <a:solidFill>
              <a:srgbClr val="B8872F"/>
            </a:solidFill>
            <a:prstDash val="solid"/>
          </a:ln>
        </p:spPr>
        <p:txBody>
          <a:bodyPr/>
          <a:lstStyle/>
          <a:p>
            <a:endParaRPr lang="en-US"/>
          </a:p>
        </p:txBody>
      </p:sp>
      <p:sp>
        <p:nvSpPr>
          <p:cNvPr id="11" name="Rectangle 10">
            <a:extLst>
              <a:ext uri="{FF2B5EF4-FFF2-40B4-BE49-F238E27FC236}">
                <a16:creationId xmlns:a16="http://schemas.microsoft.com/office/drawing/2014/main" id="{B64D3143-5BB7-45DE-B0FC-364A8F8A7CCB}"/>
              </a:ext>
            </a:extLst>
          </p:cNvPr>
          <p:cNvSpPr>
            <a:spLocks noGrp="1"/>
          </p:cNvSpPr>
          <p:nvPr/>
        </p:nvSpPr>
        <p:spPr>
          <a:xfrm>
            <a:off x="1066800" y="4648200"/>
            <a:ext cx="10287000" cy="781050"/>
          </a:xfrm>
          <a:prstGeom prst="rect">
            <a:avLst/>
          </a:prstGeom>
          <a:noFill/>
          <a:ln w="0">
            <a:noFill/>
            <a:prstDash val="solid"/>
          </a:ln>
        </p:spPr>
        <p:txBody>
          <a:bodyPr anchor="ctr"/>
          <a:lstStyle/>
          <a:p>
            <a:pPr algn="l">
              <a:defRPr sz="2100" b="0" i="0">
                <a:solidFill>
                  <a:srgbClr val="17232B"/>
                </a:solidFill>
              </a:defRPr>
            </a:pPr>
            <a:r>
              <a:rPr sz="2100" b="0" i="0">
                <a:solidFill>
                  <a:srgbClr val="17232B"/>
                </a:solidFill>
              </a:rPr>
              <a:t>1:12–26</a:t>
            </a:r>
          </a:p>
        </p:txBody>
      </p:sp>
    </p:spTree>
    <p:extLst>
      <p:ext uri="{BB962C8B-B14F-4D97-AF65-F5344CB8AC3E}">
        <p14:creationId xmlns:p14="http://schemas.microsoft.com/office/powerpoint/2010/main" val="16383304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2E8"/>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17D31BCC-E039-43DB-8287-DA258282170F}"/>
              </a:ext>
            </a:extLst>
          </p:cNvPr>
          <p:cNvSpPr>
            <a:spLocks noGrp="1"/>
          </p:cNvSpPr>
          <p:nvPr/>
        </p:nvSpPr>
        <p:spPr>
          <a:xfrm>
            <a:off x="0" y="0"/>
            <a:ext cx="12192000" cy="114300"/>
          </a:xfrm>
          <a:prstGeom prst="rect">
            <a:avLst/>
          </a:prstGeom>
          <a:solidFill>
            <a:srgbClr val="486554"/>
          </a:solidFill>
          <a:ln w="0">
            <a:solidFill>
              <a:srgbClr val="486554"/>
            </a:solidFill>
            <a:prstDash val="solid"/>
          </a:ln>
        </p:spPr>
        <p:txBody>
          <a:bodyPr/>
          <a:lstStyle/>
          <a:p>
            <a:endParaRPr lang="en-US"/>
          </a:p>
        </p:txBody>
      </p:sp>
      <p:sp>
        <p:nvSpPr>
          <p:cNvPr id="2" name="Rectangle 1">
            <a:extLst>
              <a:ext uri="{FF2B5EF4-FFF2-40B4-BE49-F238E27FC236}">
                <a16:creationId xmlns:a16="http://schemas.microsoft.com/office/drawing/2014/main" id="{E97A02A5-D336-4EA7-9BA1-74DBB5C25D77}"/>
              </a:ext>
            </a:extLst>
          </p:cNvPr>
          <p:cNvSpPr>
            <a:spLocks noGrp="1"/>
          </p:cNvSpPr>
          <p:nvPr/>
        </p:nvSpPr>
        <p:spPr>
          <a:xfrm>
            <a:off x="723900" y="304800"/>
            <a:ext cx="5334000" cy="285750"/>
          </a:xfrm>
          <a:prstGeom prst="rect">
            <a:avLst/>
          </a:prstGeom>
          <a:noFill/>
          <a:ln w="0">
            <a:noFill/>
            <a:prstDash val="solid"/>
          </a:ln>
        </p:spPr>
        <p:txBody>
          <a:bodyPr anchor="ctr"/>
          <a:lstStyle/>
          <a:p>
            <a:pPr algn="l">
              <a:defRPr sz="1350" b="1" i="0">
                <a:solidFill>
                  <a:srgbClr val="486554"/>
                </a:solidFill>
              </a:defRPr>
            </a:pPr>
            <a:r>
              <a:rPr sz="1350" b="1" i="0">
                <a:solidFill>
                  <a:srgbClr val="486554"/>
                </a:solidFill>
              </a:rPr>
              <a:t>QUESTION 1 • ANSWER</a:t>
            </a:r>
          </a:p>
        </p:txBody>
      </p:sp>
      <p:sp>
        <p:nvSpPr>
          <p:cNvPr id="3" name="Rectangle 2">
            <a:extLst>
              <a:ext uri="{FF2B5EF4-FFF2-40B4-BE49-F238E27FC236}">
                <a16:creationId xmlns:a16="http://schemas.microsoft.com/office/drawing/2014/main" id="{10454DA0-3DE1-444A-9179-ED55F378CFA3}"/>
              </a:ext>
            </a:extLst>
          </p:cNvPr>
          <p:cNvSpPr>
            <a:spLocks noGrp="1"/>
          </p:cNvSpPr>
          <p:nvPr/>
        </p:nvSpPr>
        <p:spPr>
          <a:xfrm>
            <a:off x="10991850" y="304800"/>
            <a:ext cx="514350" cy="285750"/>
          </a:xfrm>
          <a:prstGeom prst="rect">
            <a:avLst/>
          </a:prstGeom>
          <a:noFill/>
          <a:ln w="0">
            <a:noFill/>
            <a:prstDash val="solid"/>
          </a:ln>
        </p:spPr>
        <p:txBody>
          <a:bodyPr anchor="ctr"/>
          <a:lstStyle/>
          <a:p>
            <a:pPr algn="r">
              <a:defRPr sz="1350" b="1" i="0">
                <a:solidFill>
                  <a:srgbClr val="486554"/>
                </a:solidFill>
              </a:defRPr>
            </a:pPr>
            <a:r>
              <a:rPr sz="1350" b="1" i="0">
                <a:solidFill>
                  <a:srgbClr val="486554"/>
                </a:solidFill>
              </a:rPr>
              <a:t>04</a:t>
            </a:r>
          </a:p>
        </p:txBody>
      </p:sp>
      <p:sp>
        <p:nvSpPr>
          <p:cNvPr id="4" name="Rectangle 3">
            <a:extLst>
              <a:ext uri="{FF2B5EF4-FFF2-40B4-BE49-F238E27FC236}">
                <a16:creationId xmlns:a16="http://schemas.microsoft.com/office/drawing/2014/main" id="{53AB96ED-DF6A-4819-A7B4-9055627ACEC4}"/>
              </a:ext>
            </a:extLst>
          </p:cNvPr>
          <p:cNvSpPr>
            <a:spLocks noGrp="1"/>
          </p:cNvSpPr>
          <p:nvPr/>
        </p:nvSpPr>
        <p:spPr>
          <a:xfrm>
            <a:off x="723900" y="733425"/>
            <a:ext cx="10782300" cy="19050"/>
          </a:xfrm>
          <a:prstGeom prst="rect">
            <a:avLst/>
          </a:prstGeom>
          <a:solidFill>
            <a:srgbClr val="E2E9E3"/>
          </a:solidFill>
          <a:ln w="0">
            <a:solidFill>
              <a:srgbClr val="E2E9E3"/>
            </a:solidFill>
            <a:prstDash val="solid"/>
          </a:ln>
        </p:spPr>
        <p:txBody>
          <a:bodyPr/>
          <a:lstStyle/>
          <a:p>
            <a:endParaRPr lang="en-US"/>
          </a:p>
        </p:txBody>
      </p:sp>
      <p:sp>
        <p:nvSpPr>
          <p:cNvPr id="5" name="Rectangle 4">
            <a:extLst>
              <a:ext uri="{FF2B5EF4-FFF2-40B4-BE49-F238E27FC236}">
                <a16:creationId xmlns:a16="http://schemas.microsoft.com/office/drawing/2014/main" id="{B3327CF0-53E3-4913-9055-CB8ABC5337CB}"/>
              </a:ext>
            </a:extLst>
          </p:cNvPr>
          <p:cNvSpPr>
            <a:spLocks noGrp="1"/>
          </p:cNvSpPr>
          <p:nvPr/>
        </p:nvSpPr>
        <p:spPr>
          <a:xfrm>
            <a:off x="723900" y="895350"/>
            <a:ext cx="10782300" cy="723900"/>
          </a:xfrm>
          <a:prstGeom prst="rect">
            <a:avLst/>
          </a:prstGeom>
          <a:noFill/>
          <a:ln w="0">
            <a:noFill/>
            <a:prstDash val="solid"/>
          </a:ln>
        </p:spPr>
        <p:txBody>
          <a:bodyPr anchor="ctr"/>
          <a:lstStyle/>
          <a:p>
            <a:pPr algn="l">
              <a:defRPr sz="2700" b="1" i="0">
                <a:solidFill>
                  <a:srgbClr val="132A3A"/>
                </a:solidFill>
              </a:defRPr>
            </a:pPr>
            <a:r>
              <a:rPr sz="2700" b="1" i="0">
                <a:solidFill>
                  <a:srgbClr val="132A3A"/>
                </a:solidFill>
              </a:rPr>
              <a:t>Question 1 — Suggested Response</a:t>
            </a:r>
          </a:p>
        </p:txBody>
      </p:sp>
      <p:sp>
        <p:nvSpPr>
          <p:cNvPr id="6" name="Rectangle 5">
            <a:extLst>
              <a:ext uri="{FF2B5EF4-FFF2-40B4-BE49-F238E27FC236}">
                <a16:creationId xmlns:a16="http://schemas.microsoft.com/office/drawing/2014/main" id="{814D94E3-4815-4924-9B0F-FD7AA00E80A7}"/>
              </a:ext>
            </a:extLst>
          </p:cNvPr>
          <p:cNvSpPr>
            <a:spLocks noGrp="1"/>
          </p:cNvSpPr>
          <p:nvPr/>
        </p:nvSpPr>
        <p:spPr>
          <a:xfrm>
            <a:off x="742950" y="1847850"/>
            <a:ext cx="66675" cy="1066800"/>
          </a:xfrm>
          <a:prstGeom prst="rect">
            <a:avLst/>
          </a:prstGeom>
          <a:solidFill>
            <a:srgbClr val="486554"/>
          </a:solidFill>
          <a:ln w="0">
            <a:solidFill>
              <a:srgbClr val="486554"/>
            </a:solidFill>
            <a:prstDash val="solid"/>
          </a:ln>
        </p:spPr>
        <p:txBody>
          <a:bodyPr/>
          <a:lstStyle/>
          <a:p>
            <a:endParaRPr lang="en-US"/>
          </a:p>
        </p:txBody>
      </p:sp>
      <p:sp>
        <p:nvSpPr>
          <p:cNvPr id="7" name="Rectangle 6">
            <a:extLst>
              <a:ext uri="{FF2B5EF4-FFF2-40B4-BE49-F238E27FC236}">
                <a16:creationId xmlns:a16="http://schemas.microsoft.com/office/drawing/2014/main" id="{179662A0-AC4D-477B-B5ED-745326D79AF1}"/>
              </a:ext>
            </a:extLst>
          </p:cNvPr>
          <p:cNvSpPr>
            <a:spLocks noGrp="1"/>
          </p:cNvSpPr>
          <p:nvPr/>
        </p:nvSpPr>
        <p:spPr>
          <a:xfrm>
            <a:off x="1028700" y="1847850"/>
            <a:ext cx="10287000" cy="1066800"/>
          </a:xfrm>
          <a:prstGeom prst="rect">
            <a:avLst/>
          </a:prstGeom>
          <a:noFill/>
          <a:ln w="0">
            <a:noFill/>
            <a:prstDash val="solid"/>
          </a:ln>
        </p:spPr>
        <p:txBody>
          <a:bodyPr anchor="ctr"/>
          <a:lstStyle/>
          <a:p>
            <a:pPr algn="l">
              <a:defRPr sz="2100" b="1" i="0">
                <a:solidFill>
                  <a:srgbClr val="132A3A"/>
                </a:solidFill>
              </a:defRPr>
            </a:pPr>
            <a:r>
              <a:rPr sz="2100" b="1" i="0">
                <a:solidFill>
                  <a:srgbClr val="132A3A"/>
                </a:solidFill>
              </a:rPr>
              <a:t>For each of the following sections, write a title that expresses what the section is about.</a:t>
            </a:r>
          </a:p>
        </p:txBody>
      </p:sp>
      <p:sp>
        <p:nvSpPr>
          <p:cNvPr id="8" name="Oval 7">
            <a:extLst>
              <a:ext uri="{FF2B5EF4-FFF2-40B4-BE49-F238E27FC236}">
                <a16:creationId xmlns:a16="http://schemas.microsoft.com/office/drawing/2014/main" id="{1948DCF8-D866-43C9-84A8-6616AF7E3139}"/>
              </a:ext>
            </a:extLst>
          </p:cNvPr>
          <p:cNvSpPr>
            <a:spLocks noGrp="1"/>
          </p:cNvSpPr>
          <p:nvPr/>
        </p:nvSpPr>
        <p:spPr>
          <a:xfrm>
            <a:off x="762000" y="3467100"/>
            <a:ext cx="133350" cy="133350"/>
          </a:xfrm>
          <a:prstGeom prst="ellipse">
            <a:avLst/>
          </a:prstGeom>
          <a:solidFill>
            <a:srgbClr val="B8872F"/>
          </a:solidFill>
          <a:ln w="0">
            <a:solidFill>
              <a:srgbClr val="B8872F"/>
            </a:solidFill>
            <a:prstDash val="solid"/>
          </a:ln>
        </p:spPr>
        <p:txBody>
          <a:bodyPr/>
          <a:lstStyle/>
          <a:p>
            <a:endParaRPr lang="en-US"/>
          </a:p>
        </p:txBody>
      </p:sp>
      <p:sp>
        <p:nvSpPr>
          <p:cNvPr id="9" name="Rectangle 8">
            <a:extLst>
              <a:ext uri="{FF2B5EF4-FFF2-40B4-BE49-F238E27FC236}">
                <a16:creationId xmlns:a16="http://schemas.microsoft.com/office/drawing/2014/main" id="{8CDCA578-EBD3-4DFB-9BF1-5D191FA586B0}"/>
              </a:ext>
            </a:extLst>
          </p:cNvPr>
          <p:cNvSpPr>
            <a:spLocks noGrp="1"/>
          </p:cNvSpPr>
          <p:nvPr/>
        </p:nvSpPr>
        <p:spPr>
          <a:xfrm>
            <a:off x="1066800" y="3143250"/>
            <a:ext cx="10287000" cy="781050"/>
          </a:xfrm>
          <a:prstGeom prst="rect">
            <a:avLst/>
          </a:prstGeom>
          <a:noFill/>
          <a:ln w="0">
            <a:noFill/>
            <a:prstDash val="solid"/>
          </a:ln>
        </p:spPr>
        <p:txBody>
          <a:bodyPr anchor="ctr"/>
          <a:lstStyle/>
          <a:p>
            <a:pPr algn="l">
              <a:defRPr sz="2100" b="0" i="0">
                <a:solidFill>
                  <a:srgbClr val="17232B"/>
                </a:solidFill>
              </a:defRPr>
            </a:pPr>
            <a:r>
              <a:rPr sz="2100" b="0" i="0">
                <a:solidFill>
                  <a:srgbClr val="17232B"/>
                </a:solidFill>
              </a:rPr>
              <a:t>1:1–11 — Jesus commissions His witnesses and ascends.</a:t>
            </a:r>
          </a:p>
        </p:txBody>
      </p:sp>
      <p:sp>
        <p:nvSpPr>
          <p:cNvPr id="10" name="Oval 9">
            <a:extLst>
              <a:ext uri="{FF2B5EF4-FFF2-40B4-BE49-F238E27FC236}">
                <a16:creationId xmlns:a16="http://schemas.microsoft.com/office/drawing/2014/main" id="{A4C81017-1FD9-4C37-801C-36BA6A823430}"/>
              </a:ext>
            </a:extLst>
          </p:cNvPr>
          <p:cNvSpPr>
            <a:spLocks noGrp="1"/>
          </p:cNvSpPr>
          <p:nvPr/>
        </p:nvSpPr>
        <p:spPr>
          <a:xfrm>
            <a:off x="762000" y="4248150"/>
            <a:ext cx="133350" cy="133350"/>
          </a:xfrm>
          <a:prstGeom prst="ellipse">
            <a:avLst/>
          </a:prstGeom>
          <a:solidFill>
            <a:srgbClr val="B8872F"/>
          </a:solidFill>
          <a:ln w="0">
            <a:solidFill>
              <a:srgbClr val="B8872F"/>
            </a:solidFill>
            <a:prstDash val="solid"/>
          </a:ln>
        </p:spPr>
        <p:txBody>
          <a:bodyPr/>
          <a:lstStyle/>
          <a:p>
            <a:endParaRPr lang="en-US"/>
          </a:p>
        </p:txBody>
      </p:sp>
      <p:sp>
        <p:nvSpPr>
          <p:cNvPr id="11" name="Rectangle 10">
            <a:extLst>
              <a:ext uri="{FF2B5EF4-FFF2-40B4-BE49-F238E27FC236}">
                <a16:creationId xmlns:a16="http://schemas.microsoft.com/office/drawing/2014/main" id="{D6A0BACD-A713-446E-AE5B-C972FA514A31}"/>
              </a:ext>
            </a:extLst>
          </p:cNvPr>
          <p:cNvSpPr>
            <a:spLocks noGrp="1"/>
          </p:cNvSpPr>
          <p:nvPr/>
        </p:nvSpPr>
        <p:spPr>
          <a:xfrm>
            <a:off x="1066800" y="3924300"/>
            <a:ext cx="10287000" cy="781050"/>
          </a:xfrm>
          <a:prstGeom prst="rect">
            <a:avLst/>
          </a:prstGeom>
          <a:noFill/>
          <a:ln w="0">
            <a:noFill/>
            <a:prstDash val="solid"/>
          </a:ln>
        </p:spPr>
        <p:txBody>
          <a:bodyPr anchor="ctr"/>
          <a:lstStyle/>
          <a:p>
            <a:pPr algn="l">
              <a:defRPr sz="2100" b="0" i="0">
                <a:solidFill>
                  <a:srgbClr val="17232B"/>
                </a:solidFill>
              </a:defRPr>
            </a:pPr>
            <a:r>
              <a:rPr sz="2100" b="0" i="0">
                <a:solidFill>
                  <a:srgbClr val="17232B"/>
                </a:solidFill>
              </a:rPr>
              <a:t>1:12–26 — The believers pray and choose a twelfth witness.</a:t>
            </a:r>
          </a:p>
        </p:txBody>
      </p:sp>
    </p:spTree>
    <p:extLst>
      <p:ext uri="{BB962C8B-B14F-4D97-AF65-F5344CB8AC3E}">
        <p14:creationId xmlns:p14="http://schemas.microsoft.com/office/powerpoint/2010/main" val="9441070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2E8"/>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D050A18-595C-41FE-B423-BEC21BA048B5}"/>
              </a:ext>
            </a:extLst>
          </p:cNvPr>
          <p:cNvSpPr>
            <a:spLocks noGrp="1"/>
          </p:cNvSpPr>
          <p:nvPr/>
        </p:nvSpPr>
        <p:spPr>
          <a:xfrm>
            <a:off x="0" y="0"/>
            <a:ext cx="12192000" cy="114300"/>
          </a:xfrm>
          <a:prstGeom prst="rect">
            <a:avLst/>
          </a:prstGeom>
          <a:solidFill>
            <a:srgbClr val="B8872F"/>
          </a:solidFill>
          <a:ln w="0">
            <a:solidFill>
              <a:srgbClr val="B8872F"/>
            </a:solidFill>
            <a:prstDash val="solid"/>
          </a:ln>
        </p:spPr>
        <p:txBody>
          <a:bodyPr/>
          <a:lstStyle/>
          <a:p>
            <a:endParaRPr lang="en-US"/>
          </a:p>
        </p:txBody>
      </p:sp>
      <p:sp>
        <p:nvSpPr>
          <p:cNvPr id="2" name="Rectangle 1">
            <a:extLst>
              <a:ext uri="{FF2B5EF4-FFF2-40B4-BE49-F238E27FC236}">
                <a16:creationId xmlns:a16="http://schemas.microsoft.com/office/drawing/2014/main" id="{C2AC0A8C-3FCD-4E5E-8247-8B1CB0B77005}"/>
              </a:ext>
            </a:extLst>
          </p:cNvPr>
          <p:cNvSpPr>
            <a:spLocks noGrp="1"/>
          </p:cNvSpPr>
          <p:nvPr/>
        </p:nvSpPr>
        <p:spPr>
          <a:xfrm>
            <a:off x="723900" y="304800"/>
            <a:ext cx="5334000" cy="285750"/>
          </a:xfrm>
          <a:prstGeom prst="rect">
            <a:avLst/>
          </a:prstGeom>
          <a:noFill/>
          <a:ln w="0">
            <a:noFill/>
            <a:prstDash val="solid"/>
          </a:ln>
        </p:spPr>
        <p:txBody>
          <a:bodyPr anchor="ctr"/>
          <a:lstStyle/>
          <a:p>
            <a:pPr algn="l">
              <a:defRPr sz="1350" b="1" i="0">
                <a:solidFill>
                  <a:srgbClr val="486554"/>
                </a:solidFill>
              </a:defRPr>
            </a:pPr>
            <a:r>
              <a:rPr sz="1350" b="1" i="0">
                <a:solidFill>
                  <a:srgbClr val="486554"/>
                </a:solidFill>
              </a:rPr>
              <a:t>QUESTION 2</a:t>
            </a:r>
          </a:p>
        </p:txBody>
      </p:sp>
      <p:sp>
        <p:nvSpPr>
          <p:cNvPr id="3" name="Rectangle 2">
            <a:extLst>
              <a:ext uri="{FF2B5EF4-FFF2-40B4-BE49-F238E27FC236}">
                <a16:creationId xmlns:a16="http://schemas.microsoft.com/office/drawing/2014/main" id="{610AE31C-23A7-4C7B-B236-9524837A47FE}"/>
              </a:ext>
            </a:extLst>
          </p:cNvPr>
          <p:cNvSpPr>
            <a:spLocks noGrp="1"/>
          </p:cNvSpPr>
          <p:nvPr/>
        </p:nvSpPr>
        <p:spPr>
          <a:xfrm>
            <a:off x="10991850" y="304800"/>
            <a:ext cx="514350" cy="285750"/>
          </a:xfrm>
          <a:prstGeom prst="rect">
            <a:avLst/>
          </a:prstGeom>
          <a:noFill/>
          <a:ln w="0">
            <a:noFill/>
            <a:prstDash val="solid"/>
          </a:ln>
        </p:spPr>
        <p:txBody>
          <a:bodyPr anchor="ctr"/>
          <a:lstStyle/>
          <a:p>
            <a:pPr algn="r">
              <a:defRPr sz="1350" b="1" i="0">
                <a:solidFill>
                  <a:srgbClr val="486554"/>
                </a:solidFill>
              </a:defRPr>
            </a:pPr>
            <a:r>
              <a:rPr sz="1350" b="1" i="0">
                <a:solidFill>
                  <a:srgbClr val="486554"/>
                </a:solidFill>
              </a:rPr>
              <a:t>05</a:t>
            </a:r>
          </a:p>
        </p:txBody>
      </p:sp>
      <p:sp>
        <p:nvSpPr>
          <p:cNvPr id="4" name="Rectangle 3">
            <a:extLst>
              <a:ext uri="{FF2B5EF4-FFF2-40B4-BE49-F238E27FC236}">
                <a16:creationId xmlns:a16="http://schemas.microsoft.com/office/drawing/2014/main" id="{1CC7370D-6DE1-4481-B541-2E72347639EF}"/>
              </a:ext>
            </a:extLst>
          </p:cNvPr>
          <p:cNvSpPr>
            <a:spLocks noGrp="1"/>
          </p:cNvSpPr>
          <p:nvPr/>
        </p:nvSpPr>
        <p:spPr>
          <a:xfrm>
            <a:off x="723900" y="733425"/>
            <a:ext cx="10782300" cy="19050"/>
          </a:xfrm>
          <a:prstGeom prst="rect">
            <a:avLst/>
          </a:prstGeom>
          <a:solidFill>
            <a:srgbClr val="E2E9E3"/>
          </a:solidFill>
          <a:ln w="0">
            <a:solidFill>
              <a:srgbClr val="E2E9E3"/>
            </a:solidFill>
            <a:prstDash val="solid"/>
          </a:ln>
        </p:spPr>
        <p:txBody>
          <a:bodyPr/>
          <a:lstStyle/>
          <a:p>
            <a:endParaRPr lang="en-US"/>
          </a:p>
        </p:txBody>
      </p:sp>
      <p:sp>
        <p:nvSpPr>
          <p:cNvPr id="5" name="Rectangle 4">
            <a:extLst>
              <a:ext uri="{FF2B5EF4-FFF2-40B4-BE49-F238E27FC236}">
                <a16:creationId xmlns:a16="http://schemas.microsoft.com/office/drawing/2014/main" id="{2929C621-3F0C-4654-A6F4-A7F12006FEEB}"/>
              </a:ext>
            </a:extLst>
          </p:cNvPr>
          <p:cNvSpPr>
            <a:spLocks noGrp="1"/>
          </p:cNvSpPr>
          <p:nvPr/>
        </p:nvSpPr>
        <p:spPr>
          <a:xfrm>
            <a:off x="723900" y="904875"/>
            <a:ext cx="10763250" cy="742950"/>
          </a:xfrm>
          <a:prstGeom prst="rect">
            <a:avLst/>
          </a:prstGeom>
          <a:noFill/>
          <a:ln w="0">
            <a:noFill/>
            <a:prstDash val="solid"/>
          </a:ln>
        </p:spPr>
        <p:txBody>
          <a:bodyPr anchor="ctr"/>
          <a:lstStyle/>
          <a:p>
            <a:pPr algn="l">
              <a:defRPr sz="2700" b="1" i="0">
                <a:solidFill>
                  <a:srgbClr val="132A3A"/>
                </a:solidFill>
              </a:defRPr>
            </a:pPr>
            <a:r>
              <a:rPr sz="2700" b="1" i="0">
                <a:solidFill>
                  <a:srgbClr val="132A3A"/>
                </a:solidFill>
              </a:rPr>
              <a:t>Question 2</a:t>
            </a:r>
          </a:p>
        </p:txBody>
      </p:sp>
      <p:sp>
        <p:nvSpPr>
          <p:cNvPr id="6" name="Rectangle 5">
            <a:extLst>
              <a:ext uri="{FF2B5EF4-FFF2-40B4-BE49-F238E27FC236}">
                <a16:creationId xmlns:a16="http://schemas.microsoft.com/office/drawing/2014/main" id="{5A90BD80-D68C-435F-A9BA-CE1F00AC58F7}"/>
              </a:ext>
            </a:extLst>
          </p:cNvPr>
          <p:cNvSpPr>
            <a:spLocks noGrp="1"/>
          </p:cNvSpPr>
          <p:nvPr/>
        </p:nvSpPr>
        <p:spPr>
          <a:xfrm>
            <a:off x="742950" y="1952625"/>
            <a:ext cx="66675" cy="2143125"/>
          </a:xfrm>
          <a:prstGeom prst="rect">
            <a:avLst/>
          </a:prstGeom>
          <a:solidFill>
            <a:srgbClr val="B8872F"/>
          </a:solidFill>
          <a:ln w="0">
            <a:solidFill>
              <a:srgbClr val="B8872F"/>
            </a:solidFill>
            <a:prstDash val="solid"/>
          </a:ln>
        </p:spPr>
        <p:txBody>
          <a:bodyPr/>
          <a:lstStyle/>
          <a:p>
            <a:endParaRPr lang="en-US"/>
          </a:p>
        </p:txBody>
      </p:sp>
      <p:sp>
        <p:nvSpPr>
          <p:cNvPr id="7" name="Rectangle 6">
            <a:extLst>
              <a:ext uri="{FF2B5EF4-FFF2-40B4-BE49-F238E27FC236}">
                <a16:creationId xmlns:a16="http://schemas.microsoft.com/office/drawing/2014/main" id="{78C6EACE-68ED-459D-8F51-A8A6702023BC}"/>
              </a:ext>
            </a:extLst>
          </p:cNvPr>
          <p:cNvSpPr>
            <a:spLocks noGrp="1"/>
          </p:cNvSpPr>
          <p:nvPr/>
        </p:nvSpPr>
        <p:spPr>
          <a:xfrm>
            <a:off x="1028700" y="1952625"/>
            <a:ext cx="10287000" cy="2143125"/>
          </a:xfrm>
          <a:prstGeom prst="rect">
            <a:avLst/>
          </a:prstGeom>
          <a:noFill/>
          <a:ln w="0">
            <a:noFill/>
            <a:prstDash val="solid"/>
          </a:ln>
        </p:spPr>
        <p:txBody>
          <a:bodyPr anchor="t"/>
          <a:lstStyle/>
          <a:p>
            <a:pPr algn="l">
              <a:defRPr sz="2700" b="1" i="0">
                <a:solidFill>
                  <a:srgbClr val="132A3A"/>
                </a:solidFill>
              </a:defRPr>
            </a:pPr>
            <a:r>
              <a:rPr sz="2700" b="1" i="0">
                <a:solidFill>
                  <a:srgbClr val="132A3A"/>
                </a:solidFill>
              </a:rPr>
              <a:t>If Acts tells how the church began to fulfill its mission through the Holy Spirit, how does 1:1–26 relate to this theme?</a:t>
            </a:r>
          </a:p>
        </p:txBody>
      </p:sp>
    </p:spTree>
    <p:extLst>
      <p:ext uri="{BB962C8B-B14F-4D97-AF65-F5344CB8AC3E}">
        <p14:creationId xmlns:p14="http://schemas.microsoft.com/office/powerpoint/2010/main" val="6996136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2E8"/>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575ED663-6E6B-4746-9636-B991F1A8A95D}"/>
              </a:ext>
            </a:extLst>
          </p:cNvPr>
          <p:cNvSpPr>
            <a:spLocks noGrp="1"/>
          </p:cNvSpPr>
          <p:nvPr/>
        </p:nvSpPr>
        <p:spPr>
          <a:xfrm>
            <a:off x="0" y="0"/>
            <a:ext cx="12192000" cy="114300"/>
          </a:xfrm>
          <a:prstGeom prst="rect">
            <a:avLst/>
          </a:prstGeom>
          <a:solidFill>
            <a:srgbClr val="486554"/>
          </a:solidFill>
          <a:ln w="0">
            <a:solidFill>
              <a:srgbClr val="486554"/>
            </a:solidFill>
            <a:prstDash val="solid"/>
          </a:ln>
        </p:spPr>
        <p:txBody>
          <a:bodyPr/>
          <a:lstStyle/>
          <a:p>
            <a:endParaRPr lang="en-US"/>
          </a:p>
        </p:txBody>
      </p:sp>
      <p:sp>
        <p:nvSpPr>
          <p:cNvPr id="2" name="Rectangle 1">
            <a:extLst>
              <a:ext uri="{FF2B5EF4-FFF2-40B4-BE49-F238E27FC236}">
                <a16:creationId xmlns:a16="http://schemas.microsoft.com/office/drawing/2014/main" id="{E995F596-97E3-4235-B977-880DD18EFB88}"/>
              </a:ext>
            </a:extLst>
          </p:cNvPr>
          <p:cNvSpPr>
            <a:spLocks noGrp="1"/>
          </p:cNvSpPr>
          <p:nvPr/>
        </p:nvSpPr>
        <p:spPr>
          <a:xfrm>
            <a:off x="723900" y="304800"/>
            <a:ext cx="5334000" cy="285750"/>
          </a:xfrm>
          <a:prstGeom prst="rect">
            <a:avLst/>
          </a:prstGeom>
          <a:noFill/>
          <a:ln w="0">
            <a:noFill/>
            <a:prstDash val="solid"/>
          </a:ln>
        </p:spPr>
        <p:txBody>
          <a:bodyPr anchor="ctr"/>
          <a:lstStyle/>
          <a:p>
            <a:pPr algn="l">
              <a:defRPr sz="1350" b="1" i="0">
                <a:solidFill>
                  <a:srgbClr val="486554"/>
                </a:solidFill>
              </a:defRPr>
            </a:pPr>
            <a:r>
              <a:rPr sz="1350" b="1" i="0">
                <a:solidFill>
                  <a:srgbClr val="486554"/>
                </a:solidFill>
              </a:rPr>
              <a:t>QUESTION 2 • ANSWER</a:t>
            </a:r>
          </a:p>
        </p:txBody>
      </p:sp>
      <p:sp>
        <p:nvSpPr>
          <p:cNvPr id="3" name="Rectangle 2">
            <a:extLst>
              <a:ext uri="{FF2B5EF4-FFF2-40B4-BE49-F238E27FC236}">
                <a16:creationId xmlns:a16="http://schemas.microsoft.com/office/drawing/2014/main" id="{D74FB4CE-4B6E-4AE4-9549-B1E7BAEF664A}"/>
              </a:ext>
            </a:extLst>
          </p:cNvPr>
          <p:cNvSpPr>
            <a:spLocks noGrp="1"/>
          </p:cNvSpPr>
          <p:nvPr/>
        </p:nvSpPr>
        <p:spPr>
          <a:xfrm>
            <a:off x="10991850" y="304800"/>
            <a:ext cx="514350" cy="285750"/>
          </a:xfrm>
          <a:prstGeom prst="rect">
            <a:avLst/>
          </a:prstGeom>
          <a:noFill/>
          <a:ln w="0">
            <a:noFill/>
            <a:prstDash val="solid"/>
          </a:ln>
        </p:spPr>
        <p:txBody>
          <a:bodyPr anchor="ctr"/>
          <a:lstStyle/>
          <a:p>
            <a:pPr algn="r">
              <a:defRPr sz="1350" b="1" i="0">
                <a:solidFill>
                  <a:srgbClr val="486554"/>
                </a:solidFill>
              </a:defRPr>
            </a:pPr>
            <a:r>
              <a:rPr sz="1350" b="1" i="0">
                <a:solidFill>
                  <a:srgbClr val="486554"/>
                </a:solidFill>
              </a:rPr>
              <a:t>06</a:t>
            </a:r>
          </a:p>
        </p:txBody>
      </p:sp>
      <p:sp>
        <p:nvSpPr>
          <p:cNvPr id="4" name="Rectangle 3">
            <a:extLst>
              <a:ext uri="{FF2B5EF4-FFF2-40B4-BE49-F238E27FC236}">
                <a16:creationId xmlns:a16="http://schemas.microsoft.com/office/drawing/2014/main" id="{EF1FB698-9024-4EE4-8BEA-30E90FDBB9EC}"/>
              </a:ext>
            </a:extLst>
          </p:cNvPr>
          <p:cNvSpPr>
            <a:spLocks noGrp="1"/>
          </p:cNvSpPr>
          <p:nvPr/>
        </p:nvSpPr>
        <p:spPr>
          <a:xfrm>
            <a:off x="723900" y="733425"/>
            <a:ext cx="10782300" cy="19050"/>
          </a:xfrm>
          <a:prstGeom prst="rect">
            <a:avLst/>
          </a:prstGeom>
          <a:solidFill>
            <a:srgbClr val="E2E9E3"/>
          </a:solidFill>
          <a:ln w="0">
            <a:solidFill>
              <a:srgbClr val="E2E9E3"/>
            </a:solidFill>
            <a:prstDash val="solid"/>
          </a:ln>
        </p:spPr>
        <p:txBody>
          <a:bodyPr/>
          <a:lstStyle/>
          <a:p>
            <a:endParaRPr lang="en-US"/>
          </a:p>
        </p:txBody>
      </p:sp>
      <p:sp>
        <p:nvSpPr>
          <p:cNvPr id="5" name="Rectangle 4">
            <a:extLst>
              <a:ext uri="{FF2B5EF4-FFF2-40B4-BE49-F238E27FC236}">
                <a16:creationId xmlns:a16="http://schemas.microsoft.com/office/drawing/2014/main" id="{E7062695-9721-461D-A177-DF7ACD88F3ED}"/>
              </a:ext>
            </a:extLst>
          </p:cNvPr>
          <p:cNvSpPr>
            <a:spLocks noGrp="1"/>
          </p:cNvSpPr>
          <p:nvPr/>
        </p:nvSpPr>
        <p:spPr>
          <a:xfrm>
            <a:off x="723900" y="895350"/>
            <a:ext cx="10782300" cy="723900"/>
          </a:xfrm>
          <a:prstGeom prst="rect">
            <a:avLst/>
          </a:prstGeom>
          <a:noFill/>
          <a:ln w="0">
            <a:noFill/>
            <a:prstDash val="solid"/>
          </a:ln>
        </p:spPr>
        <p:txBody>
          <a:bodyPr anchor="ctr"/>
          <a:lstStyle/>
          <a:p>
            <a:pPr algn="l">
              <a:defRPr sz="2700" b="1" i="0">
                <a:solidFill>
                  <a:srgbClr val="132A3A"/>
                </a:solidFill>
              </a:defRPr>
            </a:pPr>
            <a:r>
              <a:rPr sz="2700" b="1" i="0">
                <a:solidFill>
                  <a:srgbClr val="132A3A"/>
                </a:solidFill>
              </a:rPr>
              <a:t>Question 2 — Suggested Response</a:t>
            </a:r>
          </a:p>
        </p:txBody>
      </p:sp>
      <p:sp>
        <p:nvSpPr>
          <p:cNvPr id="6" name="Rectangle 5">
            <a:extLst>
              <a:ext uri="{FF2B5EF4-FFF2-40B4-BE49-F238E27FC236}">
                <a16:creationId xmlns:a16="http://schemas.microsoft.com/office/drawing/2014/main" id="{776FB60D-8D0C-42FF-AF18-1353AE037831}"/>
              </a:ext>
            </a:extLst>
          </p:cNvPr>
          <p:cNvSpPr>
            <a:spLocks noGrp="1"/>
          </p:cNvSpPr>
          <p:nvPr/>
        </p:nvSpPr>
        <p:spPr>
          <a:xfrm>
            <a:off x="742950" y="1847850"/>
            <a:ext cx="66675" cy="1066800"/>
          </a:xfrm>
          <a:prstGeom prst="rect">
            <a:avLst/>
          </a:prstGeom>
          <a:solidFill>
            <a:srgbClr val="486554"/>
          </a:solidFill>
          <a:ln w="0">
            <a:solidFill>
              <a:srgbClr val="486554"/>
            </a:solidFill>
            <a:prstDash val="solid"/>
          </a:ln>
        </p:spPr>
        <p:txBody>
          <a:bodyPr/>
          <a:lstStyle/>
          <a:p>
            <a:endParaRPr lang="en-US"/>
          </a:p>
        </p:txBody>
      </p:sp>
      <p:sp>
        <p:nvSpPr>
          <p:cNvPr id="7" name="Rectangle 6">
            <a:extLst>
              <a:ext uri="{FF2B5EF4-FFF2-40B4-BE49-F238E27FC236}">
                <a16:creationId xmlns:a16="http://schemas.microsoft.com/office/drawing/2014/main" id="{65CF85B8-54A6-412D-96F0-7A7C4034A945}"/>
              </a:ext>
            </a:extLst>
          </p:cNvPr>
          <p:cNvSpPr>
            <a:spLocks noGrp="1"/>
          </p:cNvSpPr>
          <p:nvPr/>
        </p:nvSpPr>
        <p:spPr>
          <a:xfrm>
            <a:off x="1028700" y="1847850"/>
            <a:ext cx="10287000" cy="1066800"/>
          </a:xfrm>
          <a:prstGeom prst="rect">
            <a:avLst/>
          </a:prstGeom>
          <a:noFill/>
          <a:ln w="0">
            <a:noFill/>
            <a:prstDash val="solid"/>
          </a:ln>
        </p:spPr>
        <p:txBody>
          <a:bodyPr anchor="ctr"/>
          <a:lstStyle/>
          <a:p>
            <a:pPr algn="l">
              <a:defRPr sz="2100" b="1" i="0">
                <a:solidFill>
                  <a:srgbClr val="132A3A"/>
                </a:solidFill>
              </a:defRPr>
            </a:pPr>
            <a:r>
              <a:rPr sz="2100" b="1" i="0">
                <a:solidFill>
                  <a:srgbClr val="132A3A"/>
                </a:solidFill>
              </a:rPr>
              <a:t>If Acts tells how the church began to fulfill its mission through the Holy Spirit, how does 1:1–26 relate to this theme?</a:t>
            </a:r>
          </a:p>
        </p:txBody>
      </p:sp>
      <p:sp>
        <p:nvSpPr>
          <p:cNvPr id="8" name="Oval 7">
            <a:extLst>
              <a:ext uri="{FF2B5EF4-FFF2-40B4-BE49-F238E27FC236}">
                <a16:creationId xmlns:a16="http://schemas.microsoft.com/office/drawing/2014/main" id="{3F1053DF-77BA-46A1-A053-6FCF2EC2E4A8}"/>
              </a:ext>
            </a:extLst>
          </p:cNvPr>
          <p:cNvSpPr>
            <a:spLocks noGrp="1"/>
          </p:cNvSpPr>
          <p:nvPr/>
        </p:nvSpPr>
        <p:spPr>
          <a:xfrm>
            <a:off x="762000" y="3467100"/>
            <a:ext cx="133350" cy="133350"/>
          </a:xfrm>
          <a:prstGeom prst="ellipse">
            <a:avLst/>
          </a:prstGeom>
          <a:solidFill>
            <a:srgbClr val="B8872F"/>
          </a:solidFill>
          <a:ln w="0">
            <a:solidFill>
              <a:srgbClr val="B8872F"/>
            </a:solidFill>
            <a:prstDash val="solid"/>
          </a:ln>
        </p:spPr>
        <p:txBody>
          <a:bodyPr/>
          <a:lstStyle/>
          <a:p>
            <a:endParaRPr lang="en-US"/>
          </a:p>
        </p:txBody>
      </p:sp>
      <p:sp>
        <p:nvSpPr>
          <p:cNvPr id="9" name="Rectangle 8">
            <a:extLst>
              <a:ext uri="{FF2B5EF4-FFF2-40B4-BE49-F238E27FC236}">
                <a16:creationId xmlns:a16="http://schemas.microsoft.com/office/drawing/2014/main" id="{42F55B81-3DED-409E-AD3D-AE4F9F3E305A}"/>
              </a:ext>
            </a:extLst>
          </p:cNvPr>
          <p:cNvSpPr>
            <a:spLocks noGrp="1"/>
          </p:cNvSpPr>
          <p:nvPr/>
        </p:nvSpPr>
        <p:spPr>
          <a:xfrm>
            <a:off x="1066800" y="3143250"/>
            <a:ext cx="10287000" cy="781050"/>
          </a:xfrm>
          <a:prstGeom prst="rect">
            <a:avLst/>
          </a:prstGeom>
          <a:noFill/>
          <a:ln w="0">
            <a:noFill/>
            <a:prstDash val="solid"/>
          </a:ln>
        </p:spPr>
        <p:txBody>
          <a:bodyPr anchor="ctr"/>
          <a:lstStyle/>
          <a:p>
            <a:pPr algn="l">
              <a:defRPr sz="2100" b="0" i="0">
                <a:solidFill>
                  <a:srgbClr val="17232B"/>
                </a:solidFill>
              </a:defRPr>
            </a:pPr>
            <a:r>
              <a:rPr sz="2100" b="0" i="0">
                <a:solidFill>
                  <a:srgbClr val="17232B"/>
                </a:solidFill>
              </a:rPr>
              <a:t>Jesus defines the mission: His followers will be His witnesses.</a:t>
            </a:r>
          </a:p>
        </p:txBody>
      </p:sp>
      <p:sp>
        <p:nvSpPr>
          <p:cNvPr id="10" name="Oval 9">
            <a:extLst>
              <a:ext uri="{FF2B5EF4-FFF2-40B4-BE49-F238E27FC236}">
                <a16:creationId xmlns:a16="http://schemas.microsoft.com/office/drawing/2014/main" id="{784B0322-B8CE-41BB-BF8D-FE410CCE8821}"/>
              </a:ext>
            </a:extLst>
          </p:cNvPr>
          <p:cNvSpPr>
            <a:spLocks noGrp="1"/>
          </p:cNvSpPr>
          <p:nvPr/>
        </p:nvSpPr>
        <p:spPr>
          <a:xfrm>
            <a:off x="762000" y="4248150"/>
            <a:ext cx="133350" cy="133350"/>
          </a:xfrm>
          <a:prstGeom prst="ellipse">
            <a:avLst/>
          </a:prstGeom>
          <a:solidFill>
            <a:srgbClr val="B8872F"/>
          </a:solidFill>
          <a:ln w="0">
            <a:solidFill>
              <a:srgbClr val="B8872F"/>
            </a:solidFill>
            <a:prstDash val="solid"/>
          </a:ln>
        </p:spPr>
        <p:txBody>
          <a:bodyPr/>
          <a:lstStyle/>
          <a:p>
            <a:endParaRPr lang="en-US"/>
          </a:p>
        </p:txBody>
      </p:sp>
      <p:sp>
        <p:nvSpPr>
          <p:cNvPr id="11" name="Rectangle 10">
            <a:extLst>
              <a:ext uri="{FF2B5EF4-FFF2-40B4-BE49-F238E27FC236}">
                <a16:creationId xmlns:a16="http://schemas.microsoft.com/office/drawing/2014/main" id="{206C0CD3-2D96-4B8E-9B8A-B754737A3B80}"/>
              </a:ext>
            </a:extLst>
          </p:cNvPr>
          <p:cNvSpPr>
            <a:spLocks noGrp="1"/>
          </p:cNvSpPr>
          <p:nvPr/>
        </p:nvSpPr>
        <p:spPr>
          <a:xfrm>
            <a:off x="1066800" y="3924300"/>
            <a:ext cx="10287000" cy="781050"/>
          </a:xfrm>
          <a:prstGeom prst="rect">
            <a:avLst/>
          </a:prstGeom>
          <a:noFill/>
          <a:ln w="0">
            <a:noFill/>
            <a:prstDash val="solid"/>
          </a:ln>
        </p:spPr>
        <p:txBody>
          <a:bodyPr anchor="ctr"/>
          <a:lstStyle/>
          <a:p>
            <a:pPr algn="l">
              <a:defRPr sz="2100" b="0" i="0">
                <a:solidFill>
                  <a:srgbClr val="17232B"/>
                </a:solidFill>
              </a:defRPr>
            </a:pPr>
            <a:r>
              <a:rPr sz="2100" b="0" i="0">
                <a:solidFill>
                  <a:srgbClr val="17232B"/>
                </a:solidFill>
              </a:rPr>
              <a:t>The promised Holy Spirit will supply the power.</a:t>
            </a:r>
          </a:p>
        </p:txBody>
      </p:sp>
      <p:sp>
        <p:nvSpPr>
          <p:cNvPr id="12" name="Oval 11">
            <a:extLst>
              <a:ext uri="{FF2B5EF4-FFF2-40B4-BE49-F238E27FC236}">
                <a16:creationId xmlns:a16="http://schemas.microsoft.com/office/drawing/2014/main" id="{217C93AA-B2FA-4555-8654-1A95CB84704D}"/>
              </a:ext>
            </a:extLst>
          </p:cNvPr>
          <p:cNvSpPr>
            <a:spLocks noGrp="1"/>
          </p:cNvSpPr>
          <p:nvPr/>
        </p:nvSpPr>
        <p:spPr>
          <a:xfrm>
            <a:off x="762000" y="5029200"/>
            <a:ext cx="133350" cy="133350"/>
          </a:xfrm>
          <a:prstGeom prst="ellipse">
            <a:avLst/>
          </a:prstGeom>
          <a:solidFill>
            <a:srgbClr val="B8872F"/>
          </a:solidFill>
          <a:ln w="0">
            <a:solidFill>
              <a:srgbClr val="B8872F"/>
            </a:solidFill>
            <a:prstDash val="solid"/>
          </a:ln>
        </p:spPr>
        <p:txBody>
          <a:bodyPr/>
          <a:lstStyle/>
          <a:p>
            <a:endParaRPr lang="en-US"/>
          </a:p>
        </p:txBody>
      </p:sp>
      <p:sp>
        <p:nvSpPr>
          <p:cNvPr id="13" name="Rectangle 12">
            <a:extLst>
              <a:ext uri="{FF2B5EF4-FFF2-40B4-BE49-F238E27FC236}">
                <a16:creationId xmlns:a16="http://schemas.microsoft.com/office/drawing/2014/main" id="{241FBA6C-5335-43D2-BE31-54BFF0E1CA83}"/>
              </a:ext>
            </a:extLst>
          </p:cNvPr>
          <p:cNvSpPr>
            <a:spLocks noGrp="1"/>
          </p:cNvSpPr>
          <p:nvPr/>
        </p:nvSpPr>
        <p:spPr>
          <a:xfrm>
            <a:off x="1066800" y="4705350"/>
            <a:ext cx="10287000" cy="781050"/>
          </a:xfrm>
          <a:prstGeom prst="rect">
            <a:avLst/>
          </a:prstGeom>
          <a:noFill/>
          <a:ln w="0">
            <a:noFill/>
            <a:prstDash val="solid"/>
          </a:ln>
        </p:spPr>
        <p:txBody>
          <a:bodyPr anchor="ctr"/>
          <a:lstStyle/>
          <a:p>
            <a:pPr algn="l">
              <a:defRPr sz="2100" b="0" i="0">
                <a:solidFill>
                  <a:srgbClr val="17232B"/>
                </a:solidFill>
              </a:defRPr>
            </a:pPr>
            <a:r>
              <a:rPr sz="2100" b="0" i="0">
                <a:solidFill>
                  <a:srgbClr val="17232B"/>
                </a:solidFill>
              </a:rPr>
              <a:t>Prayerful waiting prepares the community to act.</a:t>
            </a:r>
          </a:p>
        </p:txBody>
      </p:sp>
    </p:spTree>
    <p:extLst>
      <p:ext uri="{BB962C8B-B14F-4D97-AF65-F5344CB8AC3E}">
        <p14:creationId xmlns:p14="http://schemas.microsoft.com/office/powerpoint/2010/main" val="21019104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2E8"/>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DEA6A27-1770-4D7B-8E35-206CC48EEC0F}"/>
              </a:ext>
            </a:extLst>
          </p:cNvPr>
          <p:cNvSpPr>
            <a:spLocks noGrp="1"/>
          </p:cNvSpPr>
          <p:nvPr/>
        </p:nvSpPr>
        <p:spPr>
          <a:xfrm>
            <a:off x="0" y="0"/>
            <a:ext cx="12192000" cy="114300"/>
          </a:xfrm>
          <a:prstGeom prst="rect">
            <a:avLst/>
          </a:prstGeom>
          <a:solidFill>
            <a:srgbClr val="B8872F"/>
          </a:solidFill>
          <a:ln w="0">
            <a:solidFill>
              <a:srgbClr val="B8872F"/>
            </a:solidFill>
            <a:prstDash val="solid"/>
          </a:ln>
        </p:spPr>
        <p:txBody>
          <a:bodyPr/>
          <a:lstStyle/>
          <a:p>
            <a:endParaRPr lang="en-US"/>
          </a:p>
        </p:txBody>
      </p:sp>
      <p:sp>
        <p:nvSpPr>
          <p:cNvPr id="2" name="Rectangle 1">
            <a:extLst>
              <a:ext uri="{FF2B5EF4-FFF2-40B4-BE49-F238E27FC236}">
                <a16:creationId xmlns:a16="http://schemas.microsoft.com/office/drawing/2014/main" id="{81DB0D5A-651B-4E87-AB7E-DFAF6A58EDB6}"/>
              </a:ext>
            </a:extLst>
          </p:cNvPr>
          <p:cNvSpPr>
            <a:spLocks noGrp="1"/>
          </p:cNvSpPr>
          <p:nvPr/>
        </p:nvSpPr>
        <p:spPr>
          <a:xfrm>
            <a:off x="723900" y="304800"/>
            <a:ext cx="5334000" cy="285750"/>
          </a:xfrm>
          <a:prstGeom prst="rect">
            <a:avLst/>
          </a:prstGeom>
          <a:noFill/>
          <a:ln w="0">
            <a:noFill/>
            <a:prstDash val="solid"/>
          </a:ln>
        </p:spPr>
        <p:txBody>
          <a:bodyPr anchor="ctr"/>
          <a:lstStyle/>
          <a:p>
            <a:pPr algn="l">
              <a:defRPr sz="1350" b="1" i="0">
                <a:solidFill>
                  <a:srgbClr val="486554"/>
                </a:solidFill>
              </a:defRPr>
            </a:pPr>
            <a:r>
              <a:rPr sz="1350" b="1" i="0">
                <a:solidFill>
                  <a:srgbClr val="486554"/>
                </a:solidFill>
              </a:rPr>
              <a:t>QUESTION 3</a:t>
            </a:r>
          </a:p>
        </p:txBody>
      </p:sp>
      <p:sp>
        <p:nvSpPr>
          <p:cNvPr id="3" name="Rectangle 2">
            <a:extLst>
              <a:ext uri="{FF2B5EF4-FFF2-40B4-BE49-F238E27FC236}">
                <a16:creationId xmlns:a16="http://schemas.microsoft.com/office/drawing/2014/main" id="{E170BD57-4F10-4D6B-A466-AA3A416BF2B3}"/>
              </a:ext>
            </a:extLst>
          </p:cNvPr>
          <p:cNvSpPr>
            <a:spLocks noGrp="1"/>
          </p:cNvSpPr>
          <p:nvPr/>
        </p:nvSpPr>
        <p:spPr>
          <a:xfrm>
            <a:off x="10991850" y="304800"/>
            <a:ext cx="514350" cy="285750"/>
          </a:xfrm>
          <a:prstGeom prst="rect">
            <a:avLst/>
          </a:prstGeom>
          <a:noFill/>
          <a:ln w="0">
            <a:noFill/>
            <a:prstDash val="solid"/>
          </a:ln>
        </p:spPr>
        <p:txBody>
          <a:bodyPr anchor="ctr"/>
          <a:lstStyle/>
          <a:p>
            <a:pPr algn="r">
              <a:defRPr sz="1350" b="1" i="0">
                <a:solidFill>
                  <a:srgbClr val="486554"/>
                </a:solidFill>
              </a:defRPr>
            </a:pPr>
            <a:r>
              <a:rPr sz="1350" b="1" i="0">
                <a:solidFill>
                  <a:srgbClr val="486554"/>
                </a:solidFill>
              </a:rPr>
              <a:t>07</a:t>
            </a:r>
          </a:p>
        </p:txBody>
      </p:sp>
      <p:sp>
        <p:nvSpPr>
          <p:cNvPr id="4" name="Rectangle 3">
            <a:extLst>
              <a:ext uri="{FF2B5EF4-FFF2-40B4-BE49-F238E27FC236}">
                <a16:creationId xmlns:a16="http://schemas.microsoft.com/office/drawing/2014/main" id="{9AFBEAEF-11E8-47E1-91DA-0D52336789DF}"/>
              </a:ext>
            </a:extLst>
          </p:cNvPr>
          <p:cNvSpPr>
            <a:spLocks noGrp="1"/>
          </p:cNvSpPr>
          <p:nvPr/>
        </p:nvSpPr>
        <p:spPr>
          <a:xfrm>
            <a:off x="723900" y="733425"/>
            <a:ext cx="10782300" cy="19050"/>
          </a:xfrm>
          <a:prstGeom prst="rect">
            <a:avLst/>
          </a:prstGeom>
          <a:solidFill>
            <a:srgbClr val="E2E9E3"/>
          </a:solidFill>
          <a:ln w="0">
            <a:solidFill>
              <a:srgbClr val="E2E9E3"/>
            </a:solidFill>
            <a:prstDash val="solid"/>
          </a:ln>
        </p:spPr>
        <p:txBody>
          <a:bodyPr/>
          <a:lstStyle/>
          <a:p>
            <a:endParaRPr lang="en-US"/>
          </a:p>
        </p:txBody>
      </p:sp>
      <p:sp>
        <p:nvSpPr>
          <p:cNvPr id="5" name="Rectangle 4">
            <a:extLst>
              <a:ext uri="{FF2B5EF4-FFF2-40B4-BE49-F238E27FC236}">
                <a16:creationId xmlns:a16="http://schemas.microsoft.com/office/drawing/2014/main" id="{2AAEEB6D-D2CB-440A-B9B9-E97FFDCD6AC4}"/>
              </a:ext>
            </a:extLst>
          </p:cNvPr>
          <p:cNvSpPr>
            <a:spLocks noGrp="1"/>
          </p:cNvSpPr>
          <p:nvPr/>
        </p:nvSpPr>
        <p:spPr>
          <a:xfrm>
            <a:off x="723900" y="904875"/>
            <a:ext cx="10763250" cy="742950"/>
          </a:xfrm>
          <a:prstGeom prst="rect">
            <a:avLst/>
          </a:prstGeom>
          <a:noFill/>
          <a:ln w="0">
            <a:noFill/>
            <a:prstDash val="solid"/>
          </a:ln>
        </p:spPr>
        <p:txBody>
          <a:bodyPr anchor="ctr"/>
          <a:lstStyle/>
          <a:p>
            <a:pPr algn="l">
              <a:defRPr sz="2700" b="1" i="0">
                <a:solidFill>
                  <a:srgbClr val="132A3A"/>
                </a:solidFill>
              </a:defRPr>
            </a:pPr>
            <a:r>
              <a:rPr sz="2700" b="1" i="0">
                <a:solidFill>
                  <a:srgbClr val="132A3A"/>
                </a:solidFill>
              </a:rPr>
              <a:t>Question 3</a:t>
            </a:r>
          </a:p>
        </p:txBody>
      </p:sp>
      <p:sp>
        <p:nvSpPr>
          <p:cNvPr id="6" name="Rectangle 5">
            <a:extLst>
              <a:ext uri="{FF2B5EF4-FFF2-40B4-BE49-F238E27FC236}">
                <a16:creationId xmlns:a16="http://schemas.microsoft.com/office/drawing/2014/main" id="{7EBB317D-0ADB-4427-9334-0E8C3C1C1840}"/>
              </a:ext>
            </a:extLst>
          </p:cNvPr>
          <p:cNvSpPr>
            <a:spLocks noGrp="1"/>
          </p:cNvSpPr>
          <p:nvPr/>
        </p:nvSpPr>
        <p:spPr>
          <a:xfrm>
            <a:off x="742950" y="1952625"/>
            <a:ext cx="66675" cy="2143125"/>
          </a:xfrm>
          <a:prstGeom prst="rect">
            <a:avLst/>
          </a:prstGeom>
          <a:solidFill>
            <a:srgbClr val="B8872F"/>
          </a:solidFill>
          <a:ln w="0">
            <a:solidFill>
              <a:srgbClr val="B8872F"/>
            </a:solidFill>
            <a:prstDash val="solid"/>
          </a:ln>
        </p:spPr>
        <p:txBody>
          <a:bodyPr/>
          <a:lstStyle/>
          <a:p>
            <a:endParaRPr lang="en-US"/>
          </a:p>
        </p:txBody>
      </p:sp>
      <p:sp>
        <p:nvSpPr>
          <p:cNvPr id="7" name="Rectangle 6">
            <a:extLst>
              <a:ext uri="{FF2B5EF4-FFF2-40B4-BE49-F238E27FC236}">
                <a16:creationId xmlns:a16="http://schemas.microsoft.com/office/drawing/2014/main" id="{A9AAFF8A-CB6F-48E1-A2F5-89FAD7107DA8}"/>
              </a:ext>
            </a:extLst>
          </p:cNvPr>
          <p:cNvSpPr>
            <a:spLocks noGrp="1"/>
          </p:cNvSpPr>
          <p:nvPr/>
        </p:nvSpPr>
        <p:spPr>
          <a:xfrm>
            <a:off x="1028700" y="1952625"/>
            <a:ext cx="10287000" cy="2143125"/>
          </a:xfrm>
          <a:prstGeom prst="rect">
            <a:avLst/>
          </a:prstGeom>
          <a:noFill/>
          <a:ln w="0">
            <a:noFill/>
            <a:prstDash val="solid"/>
          </a:ln>
        </p:spPr>
        <p:txBody>
          <a:bodyPr anchor="t"/>
          <a:lstStyle/>
          <a:p>
            <a:pPr algn="l">
              <a:defRPr sz="2700" b="1" i="0">
                <a:solidFill>
                  <a:srgbClr val="132A3A"/>
                </a:solidFill>
              </a:defRPr>
            </a:pPr>
            <a:r>
              <a:rPr sz="2700" b="1" i="0">
                <a:solidFill>
                  <a:srgbClr val="132A3A"/>
                </a:solidFill>
              </a:rPr>
              <a:t>From Acts 1:2–5, what was apparently the purpose of the forty days Jesus spent with His disciples after the Resurrection?</a:t>
            </a:r>
          </a:p>
        </p:txBody>
      </p:sp>
    </p:spTree>
    <p:extLst>
      <p:ext uri="{BB962C8B-B14F-4D97-AF65-F5344CB8AC3E}">
        <p14:creationId xmlns:p14="http://schemas.microsoft.com/office/powerpoint/2010/main" val="15019033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2E8"/>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F20031D6-53FD-44FA-A99E-B7FC79C9D02A}"/>
              </a:ext>
            </a:extLst>
          </p:cNvPr>
          <p:cNvSpPr>
            <a:spLocks noGrp="1"/>
          </p:cNvSpPr>
          <p:nvPr/>
        </p:nvSpPr>
        <p:spPr>
          <a:xfrm>
            <a:off x="0" y="0"/>
            <a:ext cx="12192000" cy="114300"/>
          </a:xfrm>
          <a:prstGeom prst="rect">
            <a:avLst/>
          </a:prstGeom>
          <a:solidFill>
            <a:srgbClr val="486554"/>
          </a:solidFill>
          <a:ln w="0">
            <a:solidFill>
              <a:srgbClr val="486554"/>
            </a:solidFill>
            <a:prstDash val="solid"/>
          </a:ln>
        </p:spPr>
        <p:txBody>
          <a:bodyPr/>
          <a:lstStyle/>
          <a:p>
            <a:endParaRPr lang="en-US"/>
          </a:p>
        </p:txBody>
      </p:sp>
      <p:sp>
        <p:nvSpPr>
          <p:cNvPr id="2" name="Rectangle 1">
            <a:extLst>
              <a:ext uri="{FF2B5EF4-FFF2-40B4-BE49-F238E27FC236}">
                <a16:creationId xmlns:a16="http://schemas.microsoft.com/office/drawing/2014/main" id="{7CBFE940-F1F9-472B-BFF5-1E647843B8FC}"/>
              </a:ext>
            </a:extLst>
          </p:cNvPr>
          <p:cNvSpPr>
            <a:spLocks noGrp="1"/>
          </p:cNvSpPr>
          <p:nvPr/>
        </p:nvSpPr>
        <p:spPr>
          <a:xfrm>
            <a:off x="723900" y="304800"/>
            <a:ext cx="5334000" cy="285750"/>
          </a:xfrm>
          <a:prstGeom prst="rect">
            <a:avLst/>
          </a:prstGeom>
          <a:noFill/>
          <a:ln w="0">
            <a:noFill/>
            <a:prstDash val="solid"/>
          </a:ln>
        </p:spPr>
        <p:txBody>
          <a:bodyPr anchor="ctr"/>
          <a:lstStyle/>
          <a:p>
            <a:pPr algn="l">
              <a:defRPr sz="1350" b="1" i="0">
                <a:solidFill>
                  <a:srgbClr val="486554"/>
                </a:solidFill>
              </a:defRPr>
            </a:pPr>
            <a:r>
              <a:rPr sz="1350" b="1" i="0">
                <a:solidFill>
                  <a:srgbClr val="486554"/>
                </a:solidFill>
              </a:rPr>
              <a:t>QUESTION 3 • ANSWER</a:t>
            </a:r>
          </a:p>
        </p:txBody>
      </p:sp>
      <p:sp>
        <p:nvSpPr>
          <p:cNvPr id="3" name="Rectangle 2">
            <a:extLst>
              <a:ext uri="{FF2B5EF4-FFF2-40B4-BE49-F238E27FC236}">
                <a16:creationId xmlns:a16="http://schemas.microsoft.com/office/drawing/2014/main" id="{7634250F-4CC1-4051-916C-6BD6D79734D4}"/>
              </a:ext>
            </a:extLst>
          </p:cNvPr>
          <p:cNvSpPr>
            <a:spLocks noGrp="1"/>
          </p:cNvSpPr>
          <p:nvPr/>
        </p:nvSpPr>
        <p:spPr>
          <a:xfrm>
            <a:off x="10991850" y="304800"/>
            <a:ext cx="514350" cy="285750"/>
          </a:xfrm>
          <a:prstGeom prst="rect">
            <a:avLst/>
          </a:prstGeom>
          <a:noFill/>
          <a:ln w="0">
            <a:noFill/>
            <a:prstDash val="solid"/>
          </a:ln>
        </p:spPr>
        <p:txBody>
          <a:bodyPr anchor="ctr"/>
          <a:lstStyle/>
          <a:p>
            <a:pPr algn="r">
              <a:defRPr sz="1350" b="1" i="0">
                <a:solidFill>
                  <a:srgbClr val="486554"/>
                </a:solidFill>
              </a:defRPr>
            </a:pPr>
            <a:r>
              <a:rPr sz="1350" b="1" i="0">
                <a:solidFill>
                  <a:srgbClr val="486554"/>
                </a:solidFill>
              </a:rPr>
              <a:t>08</a:t>
            </a:r>
          </a:p>
        </p:txBody>
      </p:sp>
      <p:sp>
        <p:nvSpPr>
          <p:cNvPr id="4" name="Rectangle 3">
            <a:extLst>
              <a:ext uri="{FF2B5EF4-FFF2-40B4-BE49-F238E27FC236}">
                <a16:creationId xmlns:a16="http://schemas.microsoft.com/office/drawing/2014/main" id="{08EEF02A-2623-4FDB-AAFA-81F91BAE25A7}"/>
              </a:ext>
            </a:extLst>
          </p:cNvPr>
          <p:cNvSpPr>
            <a:spLocks noGrp="1"/>
          </p:cNvSpPr>
          <p:nvPr/>
        </p:nvSpPr>
        <p:spPr>
          <a:xfrm>
            <a:off x="723900" y="733425"/>
            <a:ext cx="10782300" cy="19050"/>
          </a:xfrm>
          <a:prstGeom prst="rect">
            <a:avLst/>
          </a:prstGeom>
          <a:solidFill>
            <a:srgbClr val="E2E9E3"/>
          </a:solidFill>
          <a:ln w="0">
            <a:solidFill>
              <a:srgbClr val="E2E9E3"/>
            </a:solidFill>
            <a:prstDash val="solid"/>
          </a:ln>
        </p:spPr>
        <p:txBody>
          <a:bodyPr/>
          <a:lstStyle/>
          <a:p>
            <a:endParaRPr lang="en-US"/>
          </a:p>
        </p:txBody>
      </p:sp>
      <p:sp>
        <p:nvSpPr>
          <p:cNvPr id="5" name="Rectangle 4">
            <a:extLst>
              <a:ext uri="{FF2B5EF4-FFF2-40B4-BE49-F238E27FC236}">
                <a16:creationId xmlns:a16="http://schemas.microsoft.com/office/drawing/2014/main" id="{D95D5CBA-9086-4F34-9132-D090648BE7D3}"/>
              </a:ext>
            </a:extLst>
          </p:cNvPr>
          <p:cNvSpPr>
            <a:spLocks noGrp="1"/>
          </p:cNvSpPr>
          <p:nvPr/>
        </p:nvSpPr>
        <p:spPr>
          <a:xfrm>
            <a:off x="723900" y="895350"/>
            <a:ext cx="10782300" cy="723900"/>
          </a:xfrm>
          <a:prstGeom prst="rect">
            <a:avLst/>
          </a:prstGeom>
          <a:noFill/>
          <a:ln w="0">
            <a:noFill/>
            <a:prstDash val="solid"/>
          </a:ln>
        </p:spPr>
        <p:txBody>
          <a:bodyPr anchor="ctr"/>
          <a:lstStyle/>
          <a:p>
            <a:pPr algn="l">
              <a:defRPr sz="2700" b="1" i="0">
                <a:solidFill>
                  <a:srgbClr val="132A3A"/>
                </a:solidFill>
              </a:defRPr>
            </a:pPr>
            <a:r>
              <a:rPr sz="2700" b="1" i="0">
                <a:solidFill>
                  <a:srgbClr val="132A3A"/>
                </a:solidFill>
              </a:rPr>
              <a:t>Question 3 — Suggested Response</a:t>
            </a:r>
          </a:p>
        </p:txBody>
      </p:sp>
      <p:sp>
        <p:nvSpPr>
          <p:cNvPr id="6" name="Rectangle 5">
            <a:extLst>
              <a:ext uri="{FF2B5EF4-FFF2-40B4-BE49-F238E27FC236}">
                <a16:creationId xmlns:a16="http://schemas.microsoft.com/office/drawing/2014/main" id="{43A96849-7FC6-456A-8A60-D7302199C50F}"/>
              </a:ext>
            </a:extLst>
          </p:cNvPr>
          <p:cNvSpPr>
            <a:spLocks noGrp="1"/>
          </p:cNvSpPr>
          <p:nvPr/>
        </p:nvSpPr>
        <p:spPr>
          <a:xfrm>
            <a:off x="742950" y="1847850"/>
            <a:ext cx="66675" cy="1066800"/>
          </a:xfrm>
          <a:prstGeom prst="rect">
            <a:avLst/>
          </a:prstGeom>
          <a:solidFill>
            <a:srgbClr val="486554"/>
          </a:solidFill>
          <a:ln w="0">
            <a:solidFill>
              <a:srgbClr val="486554"/>
            </a:solidFill>
            <a:prstDash val="solid"/>
          </a:ln>
        </p:spPr>
        <p:txBody>
          <a:bodyPr/>
          <a:lstStyle/>
          <a:p>
            <a:endParaRPr lang="en-US"/>
          </a:p>
        </p:txBody>
      </p:sp>
      <p:sp>
        <p:nvSpPr>
          <p:cNvPr id="7" name="Rectangle 6">
            <a:extLst>
              <a:ext uri="{FF2B5EF4-FFF2-40B4-BE49-F238E27FC236}">
                <a16:creationId xmlns:a16="http://schemas.microsoft.com/office/drawing/2014/main" id="{7314BE0F-4E8A-4030-8DF9-AE11411FE0B1}"/>
              </a:ext>
            </a:extLst>
          </p:cNvPr>
          <p:cNvSpPr>
            <a:spLocks noGrp="1"/>
          </p:cNvSpPr>
          <p:nvPr/>
        </p:nvSpPr>
        <p:spPr>
          <a:xfrm>
            <a:off x="1028700" y="1847850"/>
            <a:ext cx="10287000" cy="1066800"/>
          </a:xfrm>
          <a:prstGeom prst="rect">
            <a:avLst/>
          </a:prstGeom>
          <a:noFill/>
          <a:ln w="0">
            <a:noFill/>
            <a:prstDash val="solid"/>
          </a:ln>
        </p:spPr>
        <p:txBody>
          <a:bodyPr anchor="ctr"/>
          <a:lstStyle/>
          <a:p>
            <a:pPr algn="l">
              <a:defRPr sz="2100" b="1" i="0">
                <a:solidFill>
                  <a:srgbClr val="132A3A"/>
                </a:solidFill>
              </a:defRPr>
            </a:pPr>
            <a:r>
              <a:rPr sz="2100" b="1" i="0">
                <a:solidFill>
                  <a:srgbClr val="132A3A"/>
                </a:solidFill>
              </a:rPr>
              <a:t>From Acts 1:2–5, what was apparently the purpose of the forty days Jesus spent with His disciples after the Resurrection?</a:t>
            </a:r>
          </a:p>
        </p:txBody>
      </p:sp>
      <p:sp>
        <p:nvSpPr>
          <p:cNvPr id="8" name="Oval 7">
            <a:extLst>
              <a:ext uri="{FF2B5EF4-FFF2-40B4-BE49-F238E27FC236}">
                <a16:creationId xmlns:a16="http://schemas.microsoft.com/office/drawing/2014/main" id="{6816EB78-A774-4F8B-9599-C3F123D7DD4C}"/>
              </a:ext>
            </a:extLst>
          </p:cNvPr>
          <p:cNvSpPr>
            <a:spLocks noGrp="1"/>
          </p:cNvSpPr>
          <p:nvPr/>
        </p:nvSpPr>
        <p:spPr>
          <a:xfrm>
            <a:off x="762000" y="3467100"/>
            <a:ext cx="133350" cy="133350"/>
          </a:xfrm>
          <a:prstGeom prst="ellipse">
            <a:avLst/>
          </a:prstGeom>
          <a:solidFill>
            <a:srgbClr val="B8872F"/>
          </a:solidFill>
          <a:ln w="0">
            <a:solidFill>
              <a:srgbClr val="B8872F"/>
            </a:solidFill>
            <a:prstDash val="solid"/>
          </a:ln>
        </p:spPr>
        <p:txBody>
          <a:bodyPr/>
          <a:lstStyle/>
          <a:p>
            <a:endParaRPr lang="en-US"/>
          </a:p>
        </p:txBody>
      </p:sp>
      <p:sp>
        <p:nvSpPr>
          <p:cNvPr id="9" name="Rectangle 8">
            <a:extLst>
              <a:ext uri="{FF2B5EF4-FFF2-40B4-BE49-F238E27FC236}">
                <a16:creationId xmlns:a16="http://schemas.microsoft.com/office/drawing/2014/main" id="{BB85E756-6B57-4428-8B0E-1714CA42DEAF}"/>
              </a:ext>
            </a:extLst>
          </p:cNvPr>
          <p:cNvSpPr>
            <a:spLocks noGrp="1"/>
          </p:cNvSpPr>
          <p:nvPr/>
        </p:nvSpPr>
        <p:spPr>
          <a:xfrm>
            <a:off x="1066800" y="3143250"/>
            <a:ext cx="10287000" cy="781050"/>
          </a:xfrm>
          <a:prstGeom prst="rect">
            <a:avLst/>
          </a:prstGeom>
          <a:noFill/>
          <a:ln w="0">
            <a:noFill/>
            <a:prstDash val="solid"/>
          </a:ln>
        </p:spPr>
        <p:txBody>
          <a:bodyPr anchor="ctr"/>
          <a:lstStyle/>
          <a:p>
            <a:pPr algn="l">
              <a:defRPr sz="2100" b="0" i="0">
                <a:solidFill>
                  <a:srgbClr val="17232B"/>
                </a:solidFill>
              </a:defRPr>
            </a:pPr>
            <a:r>
              <a:rPr sz="2100" b="0" i="0">
                <a:solidFill>
                  <a:srgbClr val="17232B"/>
                </a:solidFill>
              </a:rPr>
              <a:t>To give convincing proof that He was alive.</a:t>
            </a:r>
          </a:p>
        </p:txBody>
      </p:sp>
      <p:sp>
        <p:nvSpPr>
          <p:cNvPr id="10" name="Oval 9">
            <a:extLst>
              <a:ext uri="{FF2B5EF4-FFF2-40B4-BE49-F238E27FC236}">
                <a16:creationId xmlns:a16="http://schemas.microsoft.com/office/drawing/2014/main" id="{D4880777-9122-488F-8A30-F0FF14C0D5B7}"/>
              </a:ext>
            </a:extLst>
          </p:cNvPr>
          <p:cNvSpPr>
            <a:spLocks noGrp="1"/>
          </p:cNvSpPr>
          <p:nvPr/>
        </p:nvSpPr>
        <p:spPr>
          <a:xfrm>
            <a:off x="762000" y="4248150"/>
            <a:ext cx="133350" cy="133350"/>
          </a:xfrm>
          <a:prstGeom prst="ellipse">
            <a:avLst/>
          </a:prstGeom>
          <a:solidFill>
            <a:srgbClr val="B8872F"/>
          </a:solidFill>
          <a:ln w="0">
            <a:solidFill>
              <a:srgbClr val="B8872F"/>
            </a:solidFill>
            <a:prstDash val="solid"/>
          </a:ln>
        </p:spPr>
        <p:txBody>
          <a:bodyPr/>
          <a:lstStyle/>
          <a:p>
            <a:endParaRPr lang="en-US"/>
          </a:p>
        </p:txBody>
      </p:sp>
      <p:sp>
        <p:nvSpPr>
          <p:cNvPr id="11" name="Rectangle 10">
            <a:extLst>
              <a:ext uri="{FF2B5EF4-FFF2-40B4-BE49-F238E27FC236}">
                <a16:creationId xmlns:a16="http://schemas.microsoft.com/office/drawing/2014/main" id="{B1DA6644-15F3-46AB-B34B-0E2780C43B10}"/>
              </a:ext>
            </a:extLst>
          </p:cNvPr>
          <p:cNvSpPr>
            <a:spLocks noGrp="1"/>
          </p:cNvSpPr>
          <p:nvPr/>
        </p:nvSpPr>
        <p:spPr>
          <a:xfrm>
            <a:off x="1066800" y="3924300"/>
            <a:ext cx="10287000" cy="781050"/>
          </a:xfrm>
          <a:prstGeom prst="rect">
            <a:avLst/>
          </a:prstGeom>
          <a:noFill/>
          <a:ln w="0">
            <a:noFill/>
            <a:prstDash val="solid"/>
          </a:ln>
        </p:spPr>
        <p:txBody>
          <a:bodyPr anchor="ctr"/>
          <a:lstStyle/>
          <a:p>
            <a:pPr algn="l">
              <a:defRPr sz="2100" b="0" i="0">
                <a:solidFill>
                  <a:srgbClr val="17232B"/>
                </a:solidFill>
              </a:defRPr>
            </a:pPr>
            <a:r>
              <a:rPr sz="2100" b="0" i="0">
                <a:solidFill>
                  <a:srgbClr val="17232B"/>
                </a:solidFill>
              </a:rPr>
              <a:t>To teach them about the kingdom of God.</a:t>
            </a:r>
          </a:p>
        </p:txBody>
      </p:sp>
      <p:sp>
        <p:nvSpPr>
          <p:cNvPr id="12" name="Oval 11">
            <a:extLst>
              <a:ext uri="{FF2B5EF4-FFF2-40B4-BE49-F238E27FC236}">
                <a16:creationId xmlns:a16="http://schemas.microsoft.com/office/drawing/2014/main" id="{19F09015-4F55-49FF-8D59-0535B0DB239A}"/>
              </a:ext>
            </a:extLst>
          </p:cNvPr>
          <p:cNvSpPr>
            <a:spLocks noGrp="1"/>
          </p:cNvSpPr>
          <p:nvPr/>
        </p:nvSpPr>
        <p:spPr>
          <a:xfrm>
            <a:off x="762000" y="5029200"/>
            <a:ext cx="133350" cy="133350"/>
          </a:xfrm>
          <a:prstGeom prst="ellipse">
            <a:avLst/>
          </a:prstGeom>
          <a:solidFill>
            <a:srgbClr val="B8872F"/>
          </a:solidFill>
          <a:ln w="0">
            <a:solidFill>
              <a:srgbClr val="B8872F"/>
            </a:solidFill>
            <a:prstDash val="solid"/>
          </a:ln>
        </p:spPr>
        <p:txBody>
          <a:bodyPr/>
          <a:lstStyle/>
          <a:p>
            <a:endParaRPr lang="en-US"/>
          </a:p>
        </p:txBody>
      </p:sp>
      <p:sp>
        <p:nvSpPr>
          <p:cNvPr id="13" name="Rectangle 12">
            <a:extLst>
              <a:ext uri="{FF2B5EF4-FFF2-40B4-BE49-F238E27FC236}">
                <a16:creationId xmlns:a16="http://schemas.microsoft.com/office/drawing/2014/main" id="{5B9022AD-B55D-4760-8F53-D9159E934E46}"/>
              </a:ext>
            </a:extLst>
          </p:cNvPr>
          <p:cNvSpPr>
            <a:spLocks noGrp="1"/>
          </p:cNvSpPr>
          <p:nvPr/>
        </p:nvSpPr>
        <p:spPr>
          <a:xfrm>
            <a:off x="1066800" y="4705350"/>
            <a:ext cx="10287000" cy="781050"/>
          </a:xfrm>
          <a:prstGeom prst="rect">
            <a:avLst/>
          </a:prstGeom>
          <a:noFill/>
          <a:ln w="0">
            <a:noFill/>
            <a:prstDash val="solid"/>
          </a:ln>
        </p:spPr>
        <p:txBody>
          <a:bodyPr anchor="ctr"/>
          <a:lstStyle/>
          <a:p>
            <a:pPr algn="l">
              <a:defRPr sz="2100" b="0" i="0">
                <a:solidFill>
                  <a:srgbClr val="17232B"/>
                </a:solidFill>
              </a:defRPr>
            </a:pPr>
            <a:r>
              <a:rPr sz="2100" b="0" i="0">
                <a:solidFill>
                  <a:srgbClr val="17232B"/>
                </a:solidFill>
              </a:rPr>
              <a:t>To prepare them to wait for the promised Holy Spirit.</a:t>
            </a:r>
          </a:p>
        </p:txBody>
      </p:sp>
    </p:spTree>
    <p:extLst>
      <p:ext uri="{BB962C8B-B14F-4D97-AF65-F5344CB8AC3E}">
        <p14:creationId xmlns:p14="http://schemas.microsoft.com/office/powerpoint/2010/main" val="540214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2E8"/>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D88BB8A-7275-47E0-B5C0-3A38CB5A34A1}"/>
              </a:ext>
            </a:extLst>
          </p:cNvPr>
          <p:cNvSpPr>
            <a:spLocks noGrp="1"/>
          </p:cNvSpPr>
          <p:nvPr/>
        </p:nvSpPr>
        <p:spPr>
          <a:xfrm>
            <a:off x="0" y="0"/>
            <a:ext cx="12192000" cy="114300"/>
          </a:xfrm>
          <a:prstGeom prst="rect">
            <a:avLst/>
          </a:prstGeom>
          <a:solidFill>
            <a:srgbClr val="B8872F"/>
          </a:solidFill>
          <a:ln w="0">
            <a:solidFill>
              <a:srgbClr val="B8872F"/>
            </a:solidFill>
            <a:prstDash val="solid"/>
          </a:ln>
        </p:spPr>
        <p:txBody>
          <a:bodyPr/>
          <a:lstStyle/>
          <a:p>
            <a:endParaRPr lang="en-US"/>
          </a:p>
        </p:txBody>
      </p:sp>
      <p:sp>
        <p:nvSpPr>
          <p:cNvPr id="2" name="Rectangle 1">
            <a:extLst>
              <a:ext uri="{FF2B5EF4-FFF2-40B4-BE49-F238E27FC236}">
                <a16:creationId xmlns:a16="http://schemas.microsoft.com/office/drawing/2014/main" id="{A8327D82-76D6-4917-83B7-502DB83578BE}"/>
              </a:ext>
            </a:extLst>
          </p:cNvPr>
          <p:cNvSpPr>
            <a:spLocks noGrp="1"/>
          </p:cNvSpPr>
          <p:nvPr/>
        </p:nvSpPr>
        <p:spPr>
          <a:xfrm>
            <a:off x="723900" y="304800"/>
            <a:ext cx="5334000" cy="285750"/>
          </a:xfrm>
          <a:prstGeom prst="rect">
            <a:avLst/>
          </a:prstGeom>
          <a:noFill/>
          <a:ln w="0">
            <a:noFill/>
            <a:prstDash val="solid"/>
          </a:ln>
        </p:spPr>
        <p:txBody>
          <a:bodyPr anchor="ctr"/>
          <a:lstStyle/>
          <a:p>
            <a:pPr algn="l">
              <a:defRPr sz="1350" b="1" i="0">
                <a:solidFill>
                  <a:srgbClr val="486554"/>
                </a:solidFill>
              </a:defRPr>
            </a:pPr>
            <a:r>
              <a:rPr sz="1350" b="1" i="0">
                <a:solidFill>
                  <a:srgbClr val="486554"/>
                </a:solidFill>
              </a:rPr>
              <a:t>QUESTION 4</a:t>
            </a:r>
          </a:p>
        </p:txBody>
      </p:sp>
      <p:sp>
        <p:nvSpPr>
          <p:cNvPr id="3" name="Rectangle 2">
            <a:extLst>
              <a:ext uri="{FF2B5EF4-FFF2-40B4-BE49-F238E27FC236}">
                <a16:creationId xmlns:a16="http://schemas.microsoft.com/office/drawing/2014/main" id="{786D9029-10D0-4448-B8B0-BB42C60A9A63}"/>
              </a:ext>
            </a:extLst>
          </p:cNvPr>
          <p:cNvSpPr>
            <a:spLocks noGrp="1"/>
          </p:cNvSpPr>
          <p:nvPr/>
        </p:nvSpPr>
        <p:spPr>
          <a:xfrm>
            <a:off x="10991850" y="304800"/>
            <a:ext cx="514350" cy="285750"/>
          </a:xfrm>
          <a:prstGeom prst="rect">
            <a:avLst/>
          </a:prstGeom>
          <a:noFill/>
          <a:ln w="0">
            <a:noFill/>
            <a:prstDash val="solid"/>
          </a:ln>
        </p:spPr>
        <p:txBody>
          <a:bodyPr anchor="ctr"/>
          <a:lstStyle/>
          <a:p>
            <a:pPr algn="r">
              <a:defRPr sz="1350" b="1" i="0">
                <a:solidFill>
                  <a:srgbClr val="486554"/>
                </a:solidFill>
              </a:defRPr>
            </a:pPr>
            <a:r>
              <a:rPr sz="1350" b="1" i="0">
                <a:solidFill>
                  <a:srgbClr val="486554"/>
                </a:solidFill>
              </a:rPr>
              <a:t>09</a:t>
            </a:r>
          </a:p>
        </p:txBody>
      </p:sp>
      <p:sp>
        <p:nvSpPr>
          <p:cNvPr id="4" name="Rectangle 3">
            <a:extLst>
              <a:ext uri="{FF2B5EF4-FFF2-40B4-BE49-F238E27FC236}">
                <a16:creationId xmlns:a16="http://schemas.microsoft.com/office/drawing/2014/main" id="{A5925B5A-0B66-4FB8-B976-41D90FF1866F}"/>
              </a:ext>
            </a:extLst>
          </p:cNvPr>
          <p:cNvSpPr>
            <a:spLocks noGrp="1"/>
          </p:cNvSpPr>
          <p:nvPr/>
        </p:nvSpPr>
        <p:spPr>
          <a:xfrm>
            <a:off x="723900" y="733425"/>
            <a:ext cx="10782300" cy="19050"/>
          </a:xfrm>
          <a:prstGeom prst="rect">
            <a:avLst/>
          </a:prstGeom>
          <a:solidFill>
            <a:srgbClr val="E2E9E3"/>
          </a:solidFill>
          <a:ln w="0">
            <a:solidFill>
              <a:srgbClr val="E2E9E3"/>
            </a:solidFill>
            <a:prstDash val="solid"/>
          </a:ln>
        </p:spPr>
        <p:txBody>
          <a:bodyPr/>
          <a:lstStyle/>
          <a:p>
            <a:endParaRPr lang="en-US"/>
          </a:p>
        </p:txBody>
      </p:sp>
      <p:sp>
        <p:nvSpPr>
          <p:cNvPr id="5" name="Rectangle 4">
            <a:extLst>
              <a:ext uri="{FF2B5EF4-FFF2-40B4-BE49-F238E27FC236}">
                <a16:creationId xmlns:a16="http://schemas.microsoft.com/office/drawing/2014/main" id="{E98905B1-C115-49BA-B9C9-004C01F6E3DB}"/>
              </a:ext>
            </a:extLst>
          </p:cNvPr>
          <p:cNvSpPr>
            <a:spLocks noGrp="1"/>
          </p:cNvSpPr>
          <p:nvPr/>
        </p:nvSpPr>
        <p:spPr>
          <a:xfrm>
            <a:off x="723900" y="904875"/>
            <a:ext cx="10763250" cy="742950"/>
          </a:xfrm>
          <a:prstGeom prst="rect">
            <a:avLst/>
          </a:prstGeom>
          <a:noFill/>
          <a:ln w="0">
            <a:noFill/>
            <a:prstDash val="solid"/>
          </a:ln>
        </p:spPr>
        <p:txBody>
          <a:bodyPr anchor="ctr"/>
          <a:lstStyle/>
          <a:p>
            <a:pPr algn="l">
              <a:defRPr sz="2325" b="1" i="0">
                <a:solidFill>
                  <a:srgbClr val="132A3A"/>
                </a:solidFill>
              </a:defRPr>
            </a:pPr>
            <a:r>
              <a:rPr sz="2325" b="1" i="0">
                <a:solidFill>
                  <a:srgbClr val="132A3A"/>
                </a:solidFill>
              </a:rPr>
              <a:t>Question 4</a:t>
            </a:r>
          </a:p>
        </p:txBody>
      </p:sp>
      <p:sp>
        <p:nvSpPr>
          <p:cNvPr id="6" name="Rectangle 5">
            <a:extLst>
              <a:ext uri="{FF2B5EF4-FFF2-40B4-BE49-F238E27FC236}">
                <a16:creationId xmlns:a16="http://schemas.microsoft.com/office/drawing/2014/main" id="{EC307D07-A49F-4BCE-9E87-858E8738D93E}"/>
              </a:ext>
            </a:extLst>
          </p:cNvPr>
          <p:cNvSpPr>
            <a:spLocks noGrp="1"/>
          </p:cNvSpPr>
          <p:nvPr/>
        </p:nvSpPr>
        <p:spPr>
          <a:xfrm>
            <a:off x="742950" y="1952625"/>
            <a:ext cx="66675" cy="2428875"/>
          </a:xfrm>
          <a:prstGeom prst="rect">
            <a:avLst/>
          </a:prstGeom>
          <a:solidFill>
            <a:srgbClr val="B8872F"/>
          </a:solidFill>
          <a:ln w="0">
            <a:solidFill>
              <a:srgbClr val="B8872F"/>
            </a:solidFill>
            <a:prstDash val="solid"/>
          </a:ln>
        </p:spPr>
        <p:txBody>
          <a:bodyPr/>
          <a:lstStyle/>
          <a:p>
            <a:endParaRPr lang="en-US"/>
          </a:p>
        </p:txBody>
      </p:sp>
      <p:sp>
        <p:nvSpPr>
          <p:cNvPr id="7" name="Rectangle 6">
            <a:extLst>
              <a:ext uri="{FF2B5EF4-FFF2-40B4-BE49-F238E27FC236}">
                <a16:creationId xmlns:a16="http://schemas.microsoft.com/office/drawing/2014/main" id="{A8E5DC4D-D716-4326-8A97-6DABFAFB747E}"/>
              </a:ext>
            </a:extLst>
          </p:cNvPr>
          <p:cNvSpPr>
            <a:spLocks noGrp="1"/>
          </p:cNvSpPr>
          <p:nvPr/>
        </p:nvSpPr>
        <p:spPr>
          <a:xfrm>
            <a:off x="1028700" y="1952625"/>
            <a:ext cx="10287000" cy="2428875"/>
          </a:xfrm>
          <a:prstGeom prst="rect">
            <a:avLst/>
          </a:prstGeom>
          <a:noFill/>
          <a:ln w="0">
            <a:noFill/>
            <a:prstDash val="solid"/>
          </a:ln>
        </p:spPr>
        <p:txBody>
          <a:bodyPr anchor="t"/>
          <a:lstStyle/>
          <a:p>
            <a:pPr algn="l">
              <a:defRPr sz="2325" b="1" i="0">
                <a:solidFill>
                  <a:srgbClr val="132A3A"/>
                </a:solidFill>
              </a:defRPr>
            </a:pPr>
            <a:r>
              <a:rPr sz="2325" b="1" i="0">
                <a:solidFill>
                  <a:srgbClr val="132A3A"/>
                </a:solidFill>
              </a:rPr>
              <a:t>Consider what Jesus said to the apostles when they asked whether His reign in power was about to begin (see 1:6–8). Why wasn’t it important for the apostles to know precisely when Jesus would finish bringing God’s reign to earth?</a:t>
            </a:r>
          </a:p>
        </p:txBody>
      </p:sp>
    </p:spTree>
    <p:extLst>
      <p:ext uri="{BB962C8B-B14F-4D97-AF65-F5344CB8AC3E}">
        <p14:creationId xmlns:p14="http://schemas.microsoft.com/office/powerpoint/2010/main" val="10062657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2E8"/>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79F8A17E-82D2-40CB-B168-3A44390839DB}"/>
              </a:ext>
            </a:extLst>
          </p:cNvPr>
          <p:cNvSpPr>
            <a:spLocks noGrp="1"/>
          </p:cNvSpPr>
          <p:nvPr/>
        </p:nvSpPr>
        <p:spPr>
          <a:xfrm>
            <a:off x="0" y="0"/>
            <a:ext cx="12192000" cy="114300"/>
          </a:xfrm>
          <a:prstGeom prst="rect">
            <a:avLst/>
          </a:prstGeom>
          <a:solidFill>
            <a:srgbClr val="486554"/>
          </a:solidFill>
          <a:ln w="0">
            <a:solidFill>
              <a:srgbClr val="486554"/>
            </a:solidFill>
            <a:prstDash val="solid"/>
          </a:ln>
        </p:spPr>
        <p:txBody>
          <a:bodyPr/>
          <a:lstStyle/>
          <a:p>
            <a:endParaRPr lang="en-US"/>
          </a:p>
        </p:txBody>
      </p:sp>
      <p:sp>
        <p:nvSpPr>
          <p:cNvPr id="2" name="Rectangle 1">
            <a:extLst>
              <a:ext uri="{FF2B5EF4-FFF2-40B4-BE49-F238E27FC236}">
                <a16:creationId xmlns:a16="http://schemas.microsoft.com/office/drawing/2014/main" id="{E184524F-1D49-4EC7-A22B-C34FB58EDA73}"/>
              </a:ext>
            </a:extLst>
          </p:cNvPr>
          <p:cNvSpPr>
            <a:spLocks noGrp="1"/>
          </p:cNvSpPr>
          <p:nvPr/>
        </p:nvSpPr>
        <p:spPr>
          <a:xfrm>
            <a:off x="723900" y="304800"/>
            <a:ext cx="5334000" cy="285750"/>
          </a:xfrm>
          <a:prstGeom prst="rect">
            <a:avLst/>
          </a:prstGeom>
          <a:noFill/>
          <a:ln w="0">
            <a:noFill/>
            <a:prstDash val="solid"/>
          </a:ln>
        </p:spPr>
        <p:txBody>
          <a:bodyPr anchor="ctr"/>
          <a:lstStyle/>
          <a:p>
            <a:pPr algn="l">
              <a:defRPr sz="1350" b="1" i="0">
                <a:solidFill>
                  <a:srgbClr val="486554"/>
                </a:solidFill>
              </a:defRPr>
            </a:pPr>
            <a:r>
              <a:rPr sz="1350" b="1" i="0">
                <a:solidFill>
                  <a:srgbClr val="486554"/>
                </a:solidFill>
              </a:rPr>
              <a:t>QUESTION 4 • ANSWER</a:t>
            </a:r>
          </a:p>
        </p:txBody>
      </p:sp>
      <p:sp>
        <p:nvSpPr>
          <p:cNvPr id="3" name="Rectangle 2">
            <a:extLst>
              <a:ext uri="{FF2B5EF4-FFF2-40B4-BE49-F238E27FC236}">
                <a16:creationId xmlns:a16="http://schemas.microsoft.com/office/drawing/2014/main" id="{2B8A9D97-BC64-42BE-A003-A4CFD88E02BE}"/>
              </a:ext>
            </a:extLst>
          </p:cNvPr>
          <p:cNvSpPr>
            <a:spLocks noGrp="1"/>
          </p:cNvSpPr>
          <p:nvPr/>
        </p:nvSpPr>
        <p:spPr>
          <a:xfrm>
            <a:off x="10991850" y="304800"/>
            <a:ext cx="514350" cy="285750"/>
          </a:xfrm>
          <a:prstGeom prst="rect">
            <a:avLst/>
          </a:prstGeom>
          <a:noFill/>
          <a:ln w="0">
            <a:noFill/>
            <a:prstDash val="solid"/>
          </a:ln>
        </p:spPr>
        <p:txBody>
          <a:bodyPr anchor="ctr"/>
          <a:lstStyle/>
          <a:p>
            <a:pPr algn="r">
              <a:defRPr sz="1350" b="1" i="0">
                <a:solidFill>
                  <a:srgbClr val="486554"/>
                </a:solidFill>
              </a:defRPr>
            </a:pPr>
            <a:r>
              <a:rPr sz="1350" b="1" i="0">
                <a:solidFill>
                  <a:srgbClr val="486554"/>
                </a:solidFill>
              </a:rPr>
              <a:t>10</a:t>
            </a:r>
          </a:p>
        </p:txBody>
      </p:sp>
      <p:sp>
        <p:nvSpPr>
          <p:cNvPr id="4" name="Rectangle 3">
            <a:extLst>
              <a:ext uri="{FF2B5EF4-FFF2-40B4-BE49-F238E27FC236}">
                <a16:creationId xmlns:a16="http://schemas.microsoft.com/office/drawing/2014/main" id="{AE237662-882C-48EE-8738-2B706887DA85}"/>
              </a:ext>
            </a:extLst>
          </p:cNvPr>
          <p:cNvSpPr>
            <a:spLocks noGrp="1"/>
          </p:cNvSpPr>
          <p:nvPr/>
        </p:nvSpPr>
        <p:spPr>
          <a:xfrm>
            <a:off x="723900" y="733425"/>
            <a:ext cx="10782300" cy="19050"/>
          </a:xfrm>
          <a:prstGeom prst="rect">
            <a:avLst/>
          </a:prstGeom>
          <a:solidFill>
            <a:srgbClr val="E2E9E3"/>
          </a:solidFill>
          <a:ln w="0">
            <a:solidFill>
              <a:srgbClr val="E2E9E3"/>
            </a:solidFill>
            <a:prstDash val="solid"/>
          </a:ln>
        </p:spPr>
        <p:txBody>
          <a:bodyPr/>
          <a:lstStyle/>
          <a:p>
            <a:endParaRPr lang="en-US"/>
          </a:p>
        </p:txBody>
      </p:sp>
      <p:sp>
        <p:nvSpPr>
          <p:cNvPr id="5" name="Rectangle 4">
            <a:extLst>
              <a:ext uri="{FF2B5EF4-FFF2-40B4-BE49-F238E27FC236}">
                <a16:creationId xmlns:a16="http://schemas.microsoft.com/office/drawing/2014/main" id="{4AAA81C8-532D-4DA2-853D-D5268CB72F7A}"/>
              </a:ext>
            </a:extLst>
          </p:cNvPr>
          <p:cNvSpPr>
            <a:spLocks noGrp="1"/>
          </p:cNvSpPr>
          <p:nvPr/>
        </p:nvSpPr>
        <p:spPr>
          <a:xfrm>
            <a:off x="723900" y="895350"/>
            <a:ext cx="10782300" cy="723900"/>
          </a:xfrm>
          <a:prstGeom prst="rect">
            <a:avLst/>
          </a:prstGeom>
          <a:noFill/>
          <a:ln w="0">
            <a:noFill/>
            <a:prstDash val="solid"/>
          </a:ln>
        </p:spPr>
        <p:txBody>
          <a:bodyPr anchor="ctr"/>
          <a:lstStyle/>
          <a:p>
            <a:pPr algn="l">
              <a:defRPr sz="2700" b="1" i="0">
                <a:solidFill>
                  <a:srgbClr val="132A3A"/>
                </a:solidFill>
              </a:defRPr>
            </a:pPr>
            <a:r>
              <a:rPr sz="2700" b="1" i="0">
                <a:solidFill>
                  <a:srgbClr val="132A3A"/>
                </a:solidFill>
              </a:rPr>
              <a:t>Question 4 — Suggested Response</a:t>
            </a:r>
          </a:p>
        </p:txBody>
      </p:sp>
      <p:sp>
        <p:nvSpPr>
          <p:cNvPr id="6" name="Rectangle 5">
            <a:extLst>
              <a:ext uri="{FF2B5EF4-FFF2-40B4-BE49-F238E27FC236}">
                <a16:creationId xmlns:a16="http://schemas.microsoft.com/office/drawing/2014/main" id="{2209796C-ACDC-4852-B928-3EE58C1620AF}"/>
              </a:ext>
            </a:extLst>
          </p:cNvPr>
          <p:cNvSpPr>
            <a:spLocks noGrp="1"/>
          </p:cNvSpPr>
          <p:nvPr/>
        </p:nvSpPr>
        <p:spPr>
          <a:xfrm>
            <a:off x="742950" y="1847850"/>
            <a:ext cx="66675" cy="1066800"/>
          </a:xfrm>
          <a:prstGeom prst="rect">
            <a:avLst/>
          </a:prstGeom>
          <a:solidFill>
            <a:srgbClr val="486554"/>
          </a:solidFill>
          <a:ln w="0">
            <a:solidFill>
              <a:srgbClr val="486554"/>
            </a:solidFill>
            <a:prstDash val="solid"/>
          </a:ln>
        </p:spPr>
        <p:txBody>
          <a:bodyPr/>
          <a:lstStyle/>
          <a:p>
            <a:endParaRPr lang="en-US"/>
          </a:p>
        </p:txBody>
      </p:sp>
      <p:sp>
        <p:nvSpPr>
          <p:cNvPr id="7" name="Rectangle 6">
            <a:extLst>
              <a:ext uri="{FF2B5EF4-FFF2-40B4-BE49-F238E27FC236}">
                <a16:creationId xmlns:a16="http://schemas.microsoft.com/office/drawing/2014/main" id="{AAB352AF-01F4-4A98-97F1-96698475F871}"/>
              </a:ext>
            </a:extLst>
          </p:cNvPr>
          <p:cNvSpPr>
            <a:spLocks noGrp="1"/>
          </p:cNvSpPr>
          <p:nvPr/>
        </p:nvSpPr>
        <p:spPr>
          <a:xfrm>
            <a:off x="1028700" y="1847850"/>
            <a:ext cx="10287000" cy="1066800"/>
          </a:xfrm>
          <a:prstGeom prst="rect">
            <a:avLst/>
          </a:prstGeom>
          <a:noFill/>
          <a:ln w="0">
            <a:noFill/>
            <a:prstDash val="solid"/>
          </a:ln>
        </p:spPr>
        <p:txBody>
          <a:bodyPr anchor="ctr"/>
          <a:lstStyle/>
          <a:p>
            <a:pPr algn="l">
              <a:defRPr sz="2100" b="1" i="0">
                <a:solidFill>
                  <a:srgbClr val="132A3A"/>
                </a:solidFill>
              </a:defRPr>
            </a:pPr>
            <a:r>
              <a:rPr sz="2100" b="1" i="0">
                <a:solidFill>
                  <a:srgbClr val="132A3A"/>
                </a:solidFill>
              </a:rPr>
              <a:t>Consider what Jesus said to the apostles when they asked whether His reign in power was about to begin (see 1:6–8). Why wasn’t it important for the apostles to know precisely when Jesus would finish bringing God’s reign to earth?</a:t>
            </a:r>
          </a:p>
        </p:txBody>
      </p:sp>
      <p:sp>
        <p:nvSpPr>
          <p:cNvPr id="8" name="Oval 7">
            <a:extLst>
              <a:ext uri="{FF2B5EF4-FFF2-40B4-BE49-F238E27FC236}">
                <a16:creationId xmlns:a16="http://schemas.microsoft.com/office/drawing/2014/main" id="{E68EE72B-5A94-4575-902F-C17EE7A989EE}"/>
              </a:ext>
            </a:extLst>
          </p:cNvPr>
          <p:cNvSpPr>
            <a:spLocks noGrp="1"/>
          </p:cNvSpPr>
          <p:nvPr/>
        </p:nvSpPr>
        <p:spPr>
          <a:xfrm>
            <a:off x="762000" y="3467100"/>
            <a:ext cx="133350" cy="133350"/>
          </a:xfrm>
          <a:prstGeom prst="ellipse">
            <a:avLst/>
          </a:prstGeom>
          <a:solidFill>
            <a:srgbClr val="B8872F"/>
          </a:solidFill>
          <a:ln w="0">
            <a:solidFill>
              <a:srgbClr val="B8872F"/>
            </a:solidFill>
            <a:prstDash val="solid"/>
          </a:ln>
        </p:spPr>
        <p:txBody>
          <a:bodyPr/>
          <a:lstStyle/>
          <a:p>
            <a:endParaRPr lang="en-US"/>
          </a:p>
        </p:txBody>
      </p:sp>
      <p:sp>
        <p:nvSpPr>
          <p:cNvPr id="9" name="Rectangle 8">
            <a:extLst>
              <a:ext uri="{FF2B5EF4-FFF2-40B4-BE49-F238E27FC236}">
                <a16:creationId xmlns:a16="http://schemas.microsoft.com/office/drawing/2014/main" id="{87D0458C-5C96-4171-9B5E-6DF1DE5C0C72}"/>
              </a:ext>
            </a:extLst>
          </p:cNvPr>
          <p:cNvSpPr>
            <a:spLocks noGrp="1"/>
          </p:cNvSpPr>
          <p:nvPr/>
        </p:nvSpPr>
        <p:spPr>
          <a:xfrm>
            <a:off x="1066800" y="3143250"/>
            <a:ext cx="10287000" cy="781050"/>
          </a:xfrm>
          <a:prstGeom prst="rect">
            <a:avLst/>
          </a:prstGeom>
          <a:noFill/>
          <a:ln w="0">
            <a:noFill/>
            <a:prstDash val="solid"/>
          </a:ln>
        </p:spPr>
        <p:txBody>
          <a:bodyPr anchor="ctr"/>
          <a:lstStyle/>
          <a:p>
            <a:pPr algn="l">
              <a:defRPr sz="2100" b="0" i="0">
                <a:solidFill>
                  <a:srgbClr val="17232B"/>
                </a:solidFill>
              </a:defRPr>
            </a:pPr>
            <a:r>
              <a:rPr sz="2100" b="0" i="0">
                <a:solidFill>
                  <a:srgbClr val="17232B"/>
                </a:solidFill>
              </a:rPr>
              <a:t>The Father retains authority over the times and dates.</a:t>
            </a:r>
          </a:p>
        </p:txBody>
      </p:sp>
      <p:sp>
        <p:nvSpPr>
          <p:cNvPr id="10" name="Oval 9">
            <a:extLst>
              <a:ext uri="{FF2B5EF4-FFF2-40B4-BE49-F238E27FC236}">
                <a16:creationId xmlns:a16="http://schemas.microsoft.com/office/drawing/2014/main" id="{30952A88-4A1A-4182-9B10-FC916A0BA63D}"/>
              </a:ext>
            </a:extLst>
          </p:cNvPr>
          <p:cNvSpPr>
            <a:spLocks noGrp="1"/>
          </p:cNvSpPr>
          <p:nvPr/>
        </p:nvSpPr>
        <p:spPr>
          <a:xfrm>
            <a:off x="762000" y="4248150"/>
            <a:ext cx="133350" cy="133350"/>
          </a:xfrm>
          <a:prstGeom prst="ellipse">
            <a:avLst/>
          </a:prstGeom>
          <a:solidFill>
            <a:srgbClr val="B8872F"/>
          </a:solidFill>
          <a:ln w="0">
            <a:solidFill>
              <a:srgbClr val="B8872F"/>
            </a:solidFill>
            <a:prstDash val="solid"/>
          </a:ln>
        </p:spPr>
        <p:txBody>
          <a:bodyPr/>
          <a:lstStyle/>
          <a:p>
            <a:endParaRPr lang="en-US"/>
          </a:p>
        </p:txBody>
      </p:sp>
      <p:sp>
        <p:nvSpPr>
          <p:cNvPr id="11" name="Rectangle 10">
            <a:extLst>
              <a:ext uri="{FF2B5EF4-FFF2-40B4-BE49-F238E27FC236}">
                <a16:creationId xmlns:a16="http://schemas.microsoft.com/office/drawing/2014/main" id="{6FEE7A9D-3AE8-4F2C-9ACF-B520C296EDAB}"/>
              </a:ext>
            </a:extLst>
          </p:cNvPr>
          <p:cNvSpPr>
            <a:spLocks noGrp="1"/>
          </p:cNvSpPr>
          <p:nvPr/>
        </p:nvSpPr>
        <p:spPr>
          <a:xfrm>
            <a:off x="1066800" y="3924300"/>
            <a:ext cx="10287000" cy="781050"/>
          </a:xfrm>
          <a:prstGeom prst="rect">
            <a:avLst/>
          </a:prstGeom>
          <a:noFill/>
          <a:ln w="0">
            <a:noFill/>
            <a:prstDash val="solid"/>
          </a:ln>
        </p:spPr>
        <p:txBody>
          <a:bodyPr anchor="ctr"/>
          <a:lstStyle/>
          <a:p>
            <a:pPr algn="l">
              <a:defRPr sz="2100" b="0" i="0">
                <a:solidFill>
                  <a:srgbClr val="17232B"/>
                </a:solidFill>
              </a:defRPr>
            </a:pPr>
            <a:r>
              <a:rPr sz="2100" b="0" i="0">
                <a:solidFill>
                  <a:srgbClr val="17232B"/>
                </a:solidFill>
              </a:rPr>
              <a:t>Their calling was faithful witness—not calculating the schedule.</a:t>
            </a:r>
          </a:p>
        </p:txBody>
      </p:sp>
      <p:sp>
        <p:nvSpPr>
          <p:cNvPr id="12" name="Oval 11">
            <a:extLst>
              <a:ext uri="{FF2B5EF4-FFF2-40B4-BE49-F238E27FC236}">
                <a16:creationId xmlns:a16="http://schemas.microsoft.com/office/drawing/2014/main" id="{51359365-42D4-4B4D-9322-98003452A02E}"/>
              </a:ext>
            </a:extLst>
          </p:cNvPr>
          <p:cNvSpPr>
            <a:spLocks noGrp="1"/>
          </p:cNvSpPr>
          <p:nvPr/>
        </p:nvSpPr>
        <p:spPr>
          <a:xfrm>
            <a:off x="762000" y="5029200"/>
            <a:ext cx="133350" cy="133350"/>
          </a:xfrm>
          <a:prstGeom prst="ellipse">
            <a:avLst/>
          </a:prstGeom>
          <a:solidFill>
            <a:srgbClr val="B8872F"/>
          </a:solidFill>
          <a:ln w="0">
            <a:solidFill>
              <a:srgbClr val="B8872F"/>
            </a:solidFill>
            <a:prstDash val="solid"/>
          </a:ln>
        </p:spPr>
        <p:txBody>
          <a:bodyPr/>
          <a:lstStyle/>
          <a:p>
            <a:endParaRPr lang="en-US"/>
          </a:p>
        </p:txBody>
      </p:sp>
      <p:sp>
        <p:nvSpPr>
          <p:cNvPr id="13" name="Rectangle 12">
            <a:extLst>
              <a:ext uri="{FF2B5EF4-FFF2-40B4-BE49-F238E27FC236}">
                <a16:creationId xmlns:a16="http://schemas.microsoft.com/office/drawing/2014/main" id="{2B6B1DEA-6451-4DA9-9549-2B09A7CBE8D1}"/>
              </a:ext>
            </a:extLst>
          </p:cNvPr>
          <p:cNvSpPr>
            <a:spLocks noGrp="1"/>
          </p:cNvSpPr>
          <p:nvPr/>
        </p:nvSpPr>
        <p:spPr>
          <a:xfrm>
            <a:off x="1066800" y="4705350"/>
            <a:ext cx="10287000" cy="781050"/>
          </a:xfrm>
          <a:prstGeom prst="rect">
            <a:avLst/>
          </a:prstGeom>
          <a:noFill/>
          <a:ln w="0">
            <a:noFill/>
            <a:prstDash val="solid"/>
          </a:ln>
        </p:spPr>
        <p:txBody>
          <a:bodyPr anchor="ctr"/>
          <a:lstStyle/>
          <a:p>
            <a:pPr algn="l">
              <a:defRPr sz="2100" b="0" i="0">
                <a:solidFill>
                  <a:srgbClr val="17232B"/>
                </a:solidFill>
              </a:defRPr>
            </a:pPr>
            <a:r>
              <a:rPr sz="2100" b="0" i="0">
                <a:solidFill>
                  <a:srgbClr val="17232B"/>
                </a:solidFill>
              </a:rPr>
              <a:t>They needed the Spirit’s power for the mission before them.</a:t>
            </a:r>
          </a:p>
        </p:txBody>
      </p:sp>
    </p:spTree>
    <p:extLst>
      <p:ext uri="{BB962C8B-B14F-4D97-AF65-F5344CB8AC3E}">
        <p14:creationId xmlns:p14="http://schemas.microsoft.com/office/powerpoint/2010/main" val="15951385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2E8"/>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98FD0CD-A4A9-4EB7-B8AF-5A50A7295F9A}"/>
              </a:ext>
            </a:extLst>
          </p:cNvPr>
          <p:cNvSpPr>
            <a:spLocks noGrp="1"/>
          </p:cNvSpPr>
          <p:nvPr/>
        </p:nvSpPr>
        <p:spPr>
          <a:xfrm>
            <a:off x="0" y="0"/>
            <a:ext cx="12192000" cy="114300"/>
          </a:xfrm>
          <a:prstGeom prst="rect">
            <a:avLst/>
          </a:prstGeom>
          <a:solidFill>
            <a:srgbClr val="B8872F"/>
          </a:solidFill>
          <a:ln w="0">
            <a:solidFill>
              <a:srgbClr val="B8872F"/>
            </a:solidFill>
            <a:prstDash val="solid"/>
          </a:ln>
        </p:spPr>
        <p:txBody>
          <a:bodyPr/>
          <a:lstStyle/>
          <a:p>
            <a:endParaRPr lang="en-US"/>
          </a:p>
        </p:txBody>
      </p:sp>
      <p:sp>
        <p:nvSpPr>
          <p:cNvPr id="2" name="Rectangle 1">
            <a:extLst>
              <a:ext uri="{FF2B5EF4-FFF2-40B4-BE49-F238E27FC236}">
                <a16:creationId xmlns:a16="http://schemas.microsoft.com/office/drawing/2014/main" id="{AF6FE032-3951-451C-88FC-9287C497BC21}"/>
              </a:ext>
            </a:extLst>
          </p:cNvPr>
          <p:cNvSpPr>
            <a:spLocks noGrp="1"/>
          </p:cNvSpPr>
          <p:nvPr/>
        </p:nvSpPr>
        <p:spPr>
          <a:xfrm>
            <a:off x="723900" y="304800"/>
            <a:ext cx="5334000" cy="285750"/>
          </a:xfrm>
          <a:prstGeom prst="rect">
            <a:avLst/>
          </a:prstGeom>
          <a:noFill/>
          <a:ln w="0">
            <a:noFill/>
            <a:prstDash val="solid"/>
          </a:ln>
        </p:spPr>
        <p:txBody>
          <a:bodyPr anchor="ctr"/>
          <a:lstStyle/>
          <a:p>
            <a:pPr algn="l">
              <a:defRPr sz="1350" b="1" i="0">
                <a:solidFill>
                  <a:srgbClr val="486554"/>
                </a:solidFill>
              </a:defRPr>
            </a:pPr>
            <a:r>
              <a:rPr sz="1350" b="1" i="0">
                <a:solidFill>
                  <a:srgbClr val="486554"/>
                </a:solidFill>
              </a:rPr>
              <a:t>QUESTION 5</a:t>
            </a:r>
          </a:p>
        </p:txBody>
      </p:sp>
      <p:sp>
        <p:nvSpPr>
          <p:cNvPr id="3" name="Rectangle 2">
            <a:extLst>
              <a:ext uri="{FF2B5EF4-FFF2-40B4-BE49-F238E27FC236}">
                <a16:creationId xmlns:a16="http://schemas.microsoft.com/office/drawing/2014/main" id="{D9E7E85A-C016-4EF0-ADF4-B7BB4E5BFA6B}"/>
              </a:ext>
            </a:extLst>
          </p:cNvPr>
          <p:cNvSpPr>
            <a:spLocks noGrp="1"/>
          </p:cNvSpPr>
          <p:nvPr/>
        </p:nvSpPr>
        <p:spPr>
          <a:xfrm>
            <a:off x="10991850" y="304800"/>
            <a:ext cx="514350" cy="285750"/>
          </a:xfrm>
          <a:prstGeom prst="rect">
            <a:avLst/>
          </a:prstGeom>
          <a:noFill/>
          <a:ln w="0">
            <a:noFill/>
            <a:prstDash val="solid"/>
          </a:ln>
        </p:spPr>
        <p:txBody>
          <a:bodyPr anchor="ctr"/>
          <a:lstStyle/>
          <a:p>
            <a:pPr algn="r">
              <a:defRPr sz="1350" b="1" i="0">
                <a:solidFill>
                  <a:srgbClr val="486554"/>
                </a:solidFill>
              </a:defRPr>
            </a:pPr>
            <a:r>
              <a:rPr sz="1350" b="1" i="0">
                <a:solidFill>
                  <a:srgbClr val="486554"/>
                </a:solidFill>
              </a:rPr>
              <a:t>11</a:t>
            </a:r>
          </a:p>
        </p:txBody>
      </p:sp>
      <p:sp>
        <p:nvSpPr>
          <p:cNvPr id="4" name="Rectangle 3">
            <a:extLst>
              <a:ext uri="{FF2B5EF4-FFF2-40B4-BE49-F238E27FC236}">
                <a16:creationId xmlns:a16="http://schemas.microsoft.com/office/drawing/2014/main" id="{92B0C743-A5D6-4122-82A8-458D29E836CC}"/>
              </a:ext>
            </a:extLst>
          </p:cNvPr>
          <p:cNvSpPr>
            <a:spLocks noGrp="1"/>
          </p:cNvSpPr>
          <p:nvPr/>
        </p:nvSpPr>
        <p:spPr>
          <a:xfrm>
            <a:off x="723900" y="733425"/>
            <a:ext cx="10782300" cy="19050"/>
          </a:xfrm>
          <a:prstGeom prst="rect">
            <a:avLst/>
          </a:prstGeom>
          <a:solidFill>
            <a:srgbClr val="E2E9E3"/>
          </a:solidFill>
          <a:ln w="0">
            <a:solidFill>
              <a:srgbClr val="E2E9E3"/>
            </a:solidFill>
            <a:prstDash val="solid"/>
          </a:ln>
        </p:spPr>
        <p:txBody>
          <a:bodyPr/>
          <a:lstStyle/>
          <a:p>
            <a:endParaRPr lang="en-US"/>
          </a:p>
        </p:txBody>
      </p:sp>
      <p:sp>
        <p:nvSpPr>
          <p:cNvPr id="5" name="Rectangle 4">
            <a:extLst>
              <a:ext uri="{FF2B5EF4-FFF2-40B4-BE49-F238E27FC236}">
                <a16:creationId xmlns:a16="http://schemas.microsoft.com/office/drawing/2014/main" id="{7D02DC0F-CC6E-4E63-8A84-18C5C8F8B026}"/>
              </a:ext>
            </a:extLst>
          </p:cNvPr>
          <p:cNvSpPr>
            <a:spLocks noGrp="1"/>
          </p:cNvSpPr>
          <p:nvPr/>
        </p:nvSpPr>
        <p:spPr>
          <a:xfrm>
            <a:off x="723900" y="904875"/>
            <a:ext cx="10763250" cy="742950"/>
          </a:xfrm>
          <a:prstGeom prst="rect">
            <a:avLst/>
          </a:prstGeom>
          <a:noFill/>
          <a:ln w="0">
            <a:noFill/>
            <a:prstDash val="solid"/>
          </a:ln>
        </p:spPr>
        <p:txBody>
          <a:bodyPr anchor="ctr"/>
          <a:lstStyle/>
          <a:p>
            <a:pPr algn="l">
              <a:defRPr sz="2700" b="1" i="0">
                <a:solidFill>
                  <a:srgbClr val="132A3A"/>
                </a:solidFill>
              </a:defRPr>
            </a:pPr>
            <a:r>
              <a:rPr sz="2700" b="1" i="0">
                <a:solidFill>
                  <a:srgbClr val="132A3A"/>
                </a:solidFill>
              </a:rPr>
              <a:t>Question 5</a:t>
            </a:r>
          </a:p>
        </p:txBody>
      </p:sp>
      <p:sp>
        <p:nvSpPr>
          <p:cNvPr id="6" name="Rectangle 5">
            <a:extLst>
              <a:ext uri="{FF2B5EF4-FFF2-40B4-BE49-F238E27FC236}">
                <a16:creationId xmlns:a16="http://schemas.microsoft.com/office/drawing/2014/main" id="{43DBD245-3E3D-42C6-B8AD-6F93F396AF62}"/>
              </a:ext>
            </a:extLst>
          </p:cNvPr>
          <p:cNvSpPr>
            <a:spLocks noGrp="1"/>
          </p:cNvSpPr>
          <p:nvPr/>
        </p:nvSpPr>
        <p:spPr>
          <a:xfrm>
            <a:off x="742950" y="1952625"/>
            <a:ext cx="66675" cy="2143125"/>
          </a:xfrm>
          <a:prstGeom prst="rect">
            <a:avLst/>
          </a:prstGeom>
          <a:solidFill>
            <a:srgbClr val="B8872F"/>
          </a:solidFill>
          <a:ln w="0">
            <a:solidFill>
              <a:srgbClr val="B8872F"/>
            </a:solidFill>
            <a:prstDash val="solid"/>
          </a:ln>
        </p:spPr>
        <p:txBody>
          <a:bodyPr/>
          <a:lstStyle/>
          <a:p>
            <a:endParaRPr lang="en-US"/>
          </a:p>
        </p:txBody>
      </p:sp>
      <p:sp>
        <p:nvSpPr>
          <p:cNvPr id="7" name="Rectangle 6">
            <a:extLst>
              <a:ext uri="{FF2B5EF4-FFF2-40B4-BE49-F238E27FC236}">
                <a16:creationId xmlns:a16="http://schemas.microsoft.com/office/drawing/2014/main" id="{D5CB4780-8E21-40F5-AE15-A02EC216847F}"/>
              </a:ext>
            </a:extLst>
          </p:cNvPr>
          <p:cNvSpPr>
            <a:spLocks noGrp="1"/>
          </p:cNvSpPr>
          <p:nvPr/>
        </p:nvSpPr>
        <p:spPr>
          <a:xfrm>
            <a:off x="1028700" y="1952625"/>
            <a:ext cx="10287000" cy="2143125"/>
          </a:xfrm>
          <a:prstGeom prst="rect">
            <a:avLst/>
          </a:prstGeom>
          <a:noFill/>
          <a:ln w="0">
            <a:noFill/>
            <a:prstDash val="solid"/>
          </a:ln>
        </p:spPr>
        <p:txBody>
          <a:bodyPr anchor="t"/>
          <a:lstStyle/>
          <a:p>
            <a:pPr algn="l">
              <a:defRPr sz="2700" b="1" i="0">
                <a:solidFill>
                  <a:srgbClr val="132A3A"/>
                </a:solidFill>
              </a:defRPr>
            </a:pPr>
            <a:r>
              <a:rPr sz="2700" b="1" i="0">
                <a:solidFill>
                  <a:srgbClr val="132A3A"/>
                </a:solidFill>
              </a:rPr>
              <a:t>Why was it necessary for Jesus to stop giving direct instructions to His disciples and ascend to be with His Father (see Acts 1:9)? Also see John 16:5–15.</a:t>
            </a:r>
          </a:p>
        </p:txBody>
      </p:sp>
    </p:spTree>
    <p:extLst>
      <p:ext uri="{BB962C8B-B14F-4D97-AF65-F5344CB8AC3E}">
        <p14:creationId xmlns:p14="http://schemas.microsoft.com/office/powerpoint/2010/main" val="20660375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2E8"/>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5941E752-58FD-409F-B361-849F77E4EE50}"/>
              </a:ext>
            </a:extLst>
          </p:cNvPr>
          <p:cNvSpPr>
            <a:spLocks noGrp="1"/>
          </p:cNvSpPr>
          <p:nvPr/>
        </p:nvSpPr>
        <p:spPr>
          <a:xfrm>
            <a:off x="0" y="0"/>
            <a:ext cx="12192000" cy="114300"/>
          </a:xfrm>
          <a:prstGeom prst="rect">
            <a:avLst/>
          </a:prstGeom>
          <a:solidFill>
            <a:srgbClr val="486554"/>
          </a:solidFill>
          <a:ln w="0">
            <a:solidFill>
              <a:srgbClr val="486554"/>
            </a:solidFill>
            <a:prstDash val="solid"/>
          </a:ln>
        </p:spPr>
        <p:txBody>
          <a:bodyPr/>
          <a:lstStyle/>
          <a:p>
            <a:endParaRPr lang="en-US"/>
          </a:p>
        </p:txBody>
      </p:sp>
      <p:sp>
        <p:nvSpPr>
          <p:cNvPr id="2" name="Rectangle 1">
            <a:extLst>
              <a:ext uri="{FF2B5EF4-FFF2-40B4-BE49-F238E27FC236}">
                <a16:creationId xmlns:a16="http://schemas.microsoft.com/office/drawing/2014/main" id="{687B4294-65FF-4B86-AB1F-EA2FC6032849}"/>
              </a:ext>
            </a:extLst>
          </p:cNvPr>
          <p:cNvSpPr>
            <a:spLocks noGrp="1"/>
          </p:cNvSpPr>
          <p:nvPr/>
        </p:nvSpPr>
        <p:spPr>
          <a:xfrm>
            <a:off x="723900" y="304800"/>
            <a:ext cx="5334000" cy="285750"/>
          </a:xfrm>
          <a:prstGeom prst="rect">
            <a:avLst/>
          </a:prstGeom>
          <a:noFill/>
          <a:ln w="0">
            <a:noFill/>
            <a:prstDash val="solid"/>
          </a:ln>
        </p:spPr>
        <p:txBody>
          <a:bodyPr anchor="ctr"/>
          <a:lstStyle/>
          <a:p>
            <a:pPr algn="l">
              <a:defRPr sz="1350" b="1" i="0">
                <a:solidFill>
                  <a:srgbClr val="486554"/>
                </a:solidFill>
              </a:defRPr>
            </a:pPr>
            <a:r>
              <a:rPr sz="1350" b="1" i="0">
                <a:solidFill>
                  <a:srgbClr val="486554"/>
                </a:solidFill>
              </a:rPr>
              <a:t>QUESTION 5 • ANSWER</a:t>
            </a:r>
          </a:p>
        </p:txBody>
      </p:sp>
      <p:sp>
        <p:nvSpPr>
          <p:cNvPr id="3" name="Rectangle 2">
            <a:extLst>
              <a:ext uri="{FF2B5EF4-FFF2-40B4-BE49-F238E27FC236}">
                <a16:creationId xmlns:a16="http://schemas.microsoft.com/office/drawing/2014/main" id="{FB52C037-D7BF-401D-9DBF-476D6457C6D4}"/>
              </a:ext>
            </a:extLst>
          </p:cNvPr>
          <p:cNvSpPr>
            <a:spLocks noGrp="1"/>
          </p:cNvSpPr>
          <p:nvPr/>
        </p:nvSpPr>
        <p:spPr>
          <a:xfrm>
            <a:off x="10991850" y="304800"/>
            <a:ext cx="514350" cy="285750"/>
          </a:xfrm>
          <a:prstGeom prst="rect">
            <a:avLst/>
          </a:prstGeom>
          <a:noFill/>
          <a:ln w="0">
            <a:noFill/>
            <a:prstDash val="solid"/>
          </a:ln>
        </p:spPr>
        <p:txBody>
          <a:bodyPr anchor="ctr"/>
          <a:lstStyle/>
          <a:p>
            <a:pPr algn="r">
              <a:defRPr sz="1350" b="1" i="0">
                <a:solidFill>
                  <a:srgbClr val="486554"/>
                </a:solidFill>
              </a:defRPr>
            </a:pPr>
            <a:r>
              <a:rPr sz="1350" b="1" i="0">
                <a:solidFill>
                  <a:srgbClr val="486554"/>
                </a:solidFill>
              </a:rPr>
              <a:t>12</a:t>
            </a:r>
          </a:p>
        </p:txBody>
      </p:sp>
      <p:sp>
        <p:nvSpPr>
          <p:cNvPr id="4" name="Rectangle 3">
            <a:extLst>
              <a:ext uri="{FF2B5EF4-FFF2-40B4-BE49-F238E27FC236}">
                <a16:creationId xmlns:a16="http://schemas.microsoft.com/office/drawing/2014/main" id="{B79F6FCA-9B20-414A-A5DB-E2EC9CCD3E43}"/>
              </a:ext>
            </a:extLst>
          </p:cNvPr>
          <p:cNvSpPr>
            <a:spLocks noGrp="1"/>
          </p:cNvSpPr>
          <p:nvPr/>
        </p:nvSpPr>
        <p:spPr>
          <a:xfrm>
            <a:off x="723900" y="733425"/>
            <a:ext cx="10782300" cy="19050"/>
          </a:xfrm>
          <a:prstGeom prst="rect">
            <a:avLst/>
          </a:prstGeom>
          <a:solidFill>
            <a:srgbClr val="E2E9E3"/>
          </a:solidFill>
          <a:ln w="0">
            <a:solidFill>
              <a:srgbClr val="E2E9E3"/>
            </a:solidFill>
            <a:prstDash val="solid"/>
          </a:ln>
        </p:spPr>
        <p:txBody>
          <a:bodyPr/>
          <a:lstStyle/>
          <a:p>
            <a:endParaRPr lang="en-US"/>
          </a:p>
        </p:txBody>
      </p:sp>
      <p:sp>
        <p:nvSpPr>
          <p:cNvPr id="5" name="Rectangle 4">
            <a:extLst>
              <a:ext uri="{FF2B5EF4-FFF2-40B4-BE49-F238E27FC236}">
                <a16:creationId xmlns:a16="http://schemas.microsoft.com/office/drawing/2014/main" id="{0ED80F71-E138-4DB0-A716-94D87960A5EB}"/>
              </a:ext>
            </a:extLst>
          </p:cNvPr>
          <p:cNvSpPr>
            <a:spLocks noGrp="1"/>
          </p:cNvSpPr>
          <p:nvPr/>
        </p:nvSpPr>
        <p:spPr>
          <a:xfrm>
            <a:off x="723900" y="895350"/>
            <a:ext cx="10782300" cy="723900"/>
          </a:xfrm>
          <a:prstGeom prst="rect">
            <a:avLst/>
          </a:prstGeom>
          <a:noFill/>
          <a:ln w="0">
            <a:noFill/>
            <a:prstDash val="solid"/>
          </a:ln>
        </p:spPr>
        <p:txBody>
          <a:bodyPr anchor="ctr"/>
          <a:lstStyle/>
          <a:p>
            <a:pPr algn="l">
              <a:defRPr sz="2700" b="1" i="0">
                <a:solidFill>
                  <a:srgbClr val="132A3A"/>
                </a:solidFill>
              </a:defRPr>
            </a:pPr>
            <a:r>
              <a:rPr sz="2700" b="1" i="0">
                <a:solidFill>
                  <a:srgbClr val="132A3A"/>
                </a:solidFill>
              </a:rPr>
              <a:t>Question 5 — Suggested Response</a:t>
            </a:r>
          </a:p>
        </p:txBody>
      </p:sp>
      <p:sp>
        <p:nvSpPr>
          <p:cNvPr id="6" name="Rectangle 5">
            <a:extLst>
              <a:ext uri="{FF2B5EF4-FFF2-40B4-BE49-F238E27FC236}">
                <a16:creationId xmlns:a16="http://schemas.microsoft.com/office/drawing/2014/main" id="{431E795E-8AD8-498F-BA56-B0F84287507D}"/>
              </a:ext>
            </a:extLst>
          </p:cNvPr>
          <p:cNvSpPr>
            <a:spLocks noGrp="1"/>
          </p:cNvSpPr>
          <p:nvPr/>
        </p:nvSpPr>
        <p:spPr>
          <a:xfrm>
            <a:off x="742950" y="1847850"/>
            <a:ext cx="66675" cy="1066800"/>
          </a:xfrm>
          <a:prstGeom prst="rect">
            <a:avLst/>
          </a:prstGeom>
          <a:solidFill>
            <a:srgbClr val="486554"/>
          </a:solidFill>
          <a:ln w="0">
            <a:solidFill>
              <a:srgbClr val="486554"/>
            </a:solidFill>
            <a:prstDash val="solid"/>
          </a:ln>
        </p:spPr>
        <p:txBody>
          <a:bodyPr/>
          <a:lstStyle/>
          <a:p>
            <a:endParaRPr lang="en-US"/>
          </a:p>
        </p:txBody>
      </p:sp>
      <p:sp>
        <p:nvSpPr>
          <p:cNvPr id="7" name="Rectangle 6">
            <a:extLst>
              <a:ext uri="{FF2B5EF4-FFF2-40B4-BE49-F238E27FC236}">
                <a16:creationId xmlns:a16="http://schemas.microsoft.com/office/drawing/2014/main" id="{2EB5393D-86F4-48C7-9448-13DB12FC326F}"/>
              </a:ext>
            </a:extLst>
          </p:cNvPr>
          <p:cNvSpPr>
            <a:spLocks noGrp="1"/>
          </p:cNvSpPr>
          <p:nvPr/>
        </p:nvSpPr>
        <p:spPr>
          <a:xfrm>
            <a:off x="1028700" y="1847850"/>
            <a:ext cx="10287000" cy="1066800"/>
          </a:xfrm>
          <a:prstGeom prst="rect">
            <a:avLst/>
          </a:prstGeom>
          <a:noFill/>
          <a:ln w="0">
            <a:noFill/>
            <a:prstDash val="solid"/>
          </a:ln>
        </p:spPr>
        <p:txBody>
          <a:bodyPr anchor="ctr"/>
          <a:lstStyle/>
          <a:p>
            <a:pPr algn="l">
              <a:defRPr sz="2100" b="1" i="0">
                <a:solidFill>
                  <a:srgbClr val="132A3A"/>
                </a:solidFill>
              </a:defRPr>
            </a:pPr>
            <a:r>
              <a:rPr sz="2100" b="1" i="0">
                <a:solidFill>
                  <a:srgbClr val="132A3A"/>
                </a:solidFill>
              </a:rPr>
              <a:t>Why was it necessary for Jesus to stop giving direct instructions to His disciples and ascend to be with His Father (see Acts 1:9)? Also see John 16:5–15.</a:t>
            </a:r>
          </a:p>
        </p:txBody>
      </p:sp>
      <p:sp>
        <p:nvSpPr>
          <p:cNvPr id="8" name="Oval 7">
            <a:extLst>
              <a:ext uri="{FF2B5EF4-FFF2-40B4-BE49-F238E27FC236}">
                <a16:creationId xmlns:a16="http://schemas.microsoft.com/office/drawing/2014/main" id="{D7180315-32C6-4B11-9B44-D27C9A9C09CB}"/>
              </a:ext>
            </a:extLst>
          </p:cNvPr>
          <p:cNvSpPr>
            <a:spLocks noGrp="1"/>
          </p:cNvSpPr>
          <p:nvPr/>
        </p:nvSpPr>
        <p:spPr>
          <a:xfrm>
            <a:off x="762000" y="3467100"/>
            <a:ext cx="133350" cy="133350"/>
          </a:xfrm>
          <a:prstGeom prst="ellipse">
            <a:avLst/>
          </a:prstGeom>
          <a:solidFill>
            <a:srgbClr val="B8872F"/>
          </a:solidFill>
          <a:ln w="0">
            <a:solidFill>
              <a:srgbClr val="B8872F"/>
            </a:solidFill>
            <a:prstDash val="solid"/>
          </a:ln>
        </p:spPr>
        <p:txBody>
          <a:bodyPr/>
          <a:lstStyle/>
          <a:p>
            <a:endParaRPr lang="en-US"/>
          </a:p>
        </p:txBody>
      </p:sp>
      <p:sp>
        <p:nvSpPr>
          <p:cNvPr id="9" name="Rectangle 8">
            <a:extLst>
              <a:ext uri="{FF2B5EF4-FFF2-40B4-BE49-F238E27FC236}">
                <a16:creationId xmlns:a16="http://schemas.microsoft.com/office/drawing/2014/main" id="{4544233E-80CE-4021-B80C-F91EE11637DD}"/>
              </a:ext>
            </a:extLst>
          </p:cNvPr>
          <p:cNvSpPr>
            <a:spLocks noGrp="1"/>
          </p:cNvSpPr>
          <p:nvPr/>
        </p:nvSpPr>
        <p:spPr>
          <a:xfrm>
            <a:off x="1066800" y="3143250"/>
            <a:ext cx="10287000" cy="781050"/>
          </a:xfrm>
          <a:prstGeom prst="rect">
            <a:avLst/>
          </a:prstGeom>
          <a:noFill/>
          <a:ln w="0">
            <a:noFill/>
            <a:prstDash val="solid"/>
          </a:ln>
        </p:spPr>
        <p:txBody>
          <a:bodyPr anchor="ctr"/>
          <a:lstStyle/>
          <a:p>
            <a:pPr algn="l">
              <a:defRPr sz="2100" b="0" i="0">
                <a:solidFill>
                  <a:srgbClr val="17232B"/>
                </a:solidFill>
              </a:defRPr>
            </a:pPr>
            <a:r>
              <a:rPr sz="2100" b="0" i="0">
                <a:solidFill>
                  <a:srgbClr val="17232B"/>
                </a:solidFill>
              </a:rPr>
              <a:t>His earthly ministry was complete, and His exalted ministry continued.</a:t>
            </a:r>
          </a:p>
        </p:txBody>
      </p:sp>
      <p:sp>
        <p:nvSpPr>
          <p:cNvPr id="10" name="Oval 9">
            <a:extLst>
              <a:ext uri="{FF2B5EF4-FFF2-40B4-BE49-F238E27FC236}">
                <a16:creationId xmlns:a16="http://schemas.microsoft.com/office/drawing/2014/main" id="{5FC0D861-0CB2-47FA-8F5B-F71A2AFAB2B4}"/>
              </a:ext>
            </a:extLst>
          </p:cNvPr>
          <p:cNvSpPr>
            <a:spLocks noGrp="1"/>
          </p:cNvSpPr>
          <p:nvPr/>
        </p:nvSpPr>
        <p:spPr>
          <a:xfrm>
            <a:off x="762000" y="4248150"/>
            <a:ext cx="133350" cy="133350"/>
          </a:xfrm>
          <a:prstGeom prst="ellipse">
            <a:avLst/>
          </a:prstGeom>
          <a:solidFill>
            <a:srgbClr val="B8872F"/>
          </a:solidFill>
          <a:ln w="0">
            <a:solidFill>
              <a:srgbClr val="B8872F"/>
            </a:solidFill>
            <a:prstDash val="solid"/>
          </a:ln>
        </p:spPr>
        <p:txBody>
          <a:bodyPr/>
          <a:lstStyle/>
          <a:p>
            <a:endParaRPr lang="en-US"/>
          </a:p>
        </p:txBody>
      </p:sp>
      <p:sp>
        <p:nvSpPr>
          <p:cNvPr id="11" name="Rectangle 10">
            <a:extLst>
              <a:ext uri="{FF2B5EF4-FFF2-40B4-BE49-F238E27FC236}">
                <a16:creationId xmlns:a16="http://schemas.microsoft.com/office/drawing/2014/main" id="{C5ED9FE9-2AC5-48BD-81DE-61195DD62015}"/>
              </a:ext>
            </a:extLst>
          </p:cNvPr>
          <p:cNvSpPr>
            <a:spLocks noGrp="1"/>
          </p:cNvSpPr>
          <p:nvPr/>
        </p:nvSpPr>
        <p:spPr>
          <a:xfrm>
            <a:off x="1066800" y="3924300"/>
            <a:ext cx="10287000" cy="781050"/>
          </a:xfrm>
          <a:prstGeom prst="rect">
            <a:avLst/>
          </a:prstGeom>
          <a:noFill/>
          <a:ln w="0">
            <a:noFill/>
            <a:prstDash val="solid"/>
          </a:ln>
        </p:spPr>
        <p:txBody>
          <a:bodyPr anchor="ctr"/>
          <a:lstStyle/>
          <a:p>
            <a:pPr algn="l">
              <a:defRPr sz="2100" b="0" i="0">
                <a:solidFill>
                  <a:srgbClr val="17232B"/>
                </a:solidFill>
              </a:defRPr>
            </a:pPr>
            <a:r>
              <a:rPr sz="2100" b="0" i="0">
                <a:solidFill>
                  <a:srgbClr val="17232B"/>
                </a:solidFill>
              </a:rPr>
              <a:t>His departure made way for the Spirit’s promised work among them.</a:t>
            </a:r>
          </a:p>
        </p:txBody>
      </p:sp>
      <p:sp>
        <p:nvSpPr>
          <p:cNvPr id="12" name="Oval 11">
            <a:extLst>
              <a:ext uri="{FF2B5EF4-FFF2-40B4-BE49-F238E27FC236}">
                <a16:creationId xmlns:a16="http://schemas.microsoft.com/office/drawing/2014/main" id="{096CEADA-66A3-44F3-BCA5-0961B21316EA}"/>
              </a:ext>
            </a:extLst>
          </p:cNvPr>
          <p:cNvSpPr>
            <a:spLocks noGrp="1"/>
          </p:cNvSpPr>
          <p:nvPr/>
        </p:nvSpPr>
        <p:spPr>
          <a:xfrm>
            <a:off x="762000" y="5029200"/>
            <a:ext cx="133350" cy="133350"/>
          </a:xfrm>
          <a:prstGeom prst="ellipse">
            <a:avLst/>
          </a:prstGeom>
          <a:solidFill>
            <a:srgbClr val="B8872F"/>
          </a:solidFill>
          <a:ln w="0">
            <a:solidFill>
              <a:srgbClr val="B8872F"/>
            </a:solidFill>
            <a:prstDash val="solid"/>
          </a:ln>
        </p:spPr>
        <p:txBody>
          <a:bodyPr/>
          <a:lstStyle/>
          <a:p>
            <a:endParaRPr lang="en-US"/>
          </a:p>
        </p:txBody>
      </p:sp>
      <p:sp>
        <p:nvSpPr>
          <p:cNvPr id="13" name="Rectangle 12">
            <a:extLst>
              <a:ext uri="{FF2B5EF4-FFF2-40B4-BE49-F238E27FC236}">
                <a16:creationId xmlns:a16="http://schemas.microsoft.com/office/drawing/2014/main" id="{536BC387-8002-42BF-AEED-011CF83B0008}"/>
              </a:ext>
            </a:extLst>
          </p:cNvPr>
          <p:cNvSpPr>
            <a:spLocks noGrp="1"/>
          </p:cNvSpPr>
          <p:nvPr/>
        </p:nvSpPr>
        <p:spPr>
          <a:xfrm>
            <a:off x="1066800" y="4705350"/>
            <a:ext cx="10287000" cy="781050"/>
          </a:xfrm>
          <a:prstGeom prst="rect">
            <a:avLst/>
          </a:prstGeom>
          <a:noFill/>
          <a:ln w="0">
            <a:noFill/>
            <a:prstDash val="solid"/>
          </a:ln>
        </p:spPr>
        <p:txBody>
          <a:bodyPr anchor="ctr"/>
          <a:lstStyle/>
          <a:p>
            <a:pPr algn="l">
              <a:defRPr sz="2100" b="0" i="0">
                <a:solidFill>
                  <a:srgbClr val="17232B"/>
                </a:solidFill>
              </a:defRPr>
            </a:pPr>
            <a:r>
              <a:rPr sz="2100" b="0" i="0">
                <a:solidFill>
                  <a:srgbClr val="17232B"/>
                </a:solidFill>
              </a:rPr>
              <a:t>The disciples had to live and serve by faith, empowered by the Spirit.</a:t>
            </a:r>
          </a:p>
        </p:txBody>
      </p:sp>
    </p:spTree>
    <p:extLst>
      <p:ext uri="{BB962C8B-B14F-4D97-AF65-F5344CB8AC3E}">
        <p14:creationId xmlns:p14="http://schemas.microsoft.com/office/powerpoint/2010/main" val="16389843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2E8"/>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F6F1F8D-203F-4FA6-8231-832962E493BC}"/>
              </a:ext>
            </a:extLst>
          </p:cNvPr>
          <p:cNvSpPr>
            <a:spLocks noGrp="1"/>
          </p:cNvSpPr>
          <p:nvPr/>
        </p:nvSpPr>
        <p:spPr>
          <a:xfrm>
            <a:off x="0" y="0"/>
            <a:ext cx="12192000" cy="114300"/>
          </a:xfrm>
          <a:prstGeom prst="rect">
            <a:avLst/>
          </a:prstGeom>
          <a:solidFill>
            <a:srgbClr val="B8872F"/>
          </a:solidFill>
          <a:ln w="0">
            <a:solidFill>
              <a:srgbClr val="B8872F"/>
            </a:solidFill>
            <a:prstDash val="solid"/>
          </a:ln>
        </p:spPr>
        <p:txBody>
          <a:bodyPr/>
          <a:lstStyle/>
          <a:p>
            <a:endParaRPr lang="en-US"/>
          </a:p>
        </p:txBody>
      </p:sp>
      <p:sp>
        <p:nvSpPr>
          <p:cNvPr id="2" name="Rectangle 1">
            <a:extLst>
              <a:ext uri="{FF2B5EF4-FFF2-40B4-BE49-F238E27FC236}">
                <a16:creationId xmlns:a16="http://schemas.microsoft.com/office/drawing/2014/main" id="{4E2E181D-E6C7-4C25-99D4-A1C69A10D998}"/>
              </a:ext>
            </a:extLst>
          </p:cNvPr>
          <p:cNvSpPr>
            <a:spLocks noGrp="1"/>
          </p:cNvSpPr>
          <p:nvPr/>
        </p:nvSpPr>
        <p:spPr>
          <a:xfrm>
            <a:off x="723900" y="304800"/>
            <a:ext cx="5334000" cy="285750"/>
          </a:xfrm>
          <a:prstGeom prst="rect">
            <a:avLst/>
          </a:prstGeom>
          <a:noFill/>
          <a:ln w="0">
            <a:noFill/>
            <a:prstDash val="solid"/>
          </a:ln>
        </p:spPr>
        <p:txBody>
          <a:bodyPr anchor="ctr"/>
          <a:lstStyle/>
          <a:p>
            <a:pPr algn="l">
              <a:defRPr sz="1350" b="1" i="0">
                <a:solidFill>
                  <a:srgbClr val="486554"/>
                </a:solidFill>
              </a:defRPr>
            </a:pPr>
            <a:r>
              <a:rPr sz="1350" b="1" i="0">
                <a:solidFill>
                  <a:srgbClr val="486554"/>
                </a:solidFill>
              </a:rPr>
              <a:t>QUESTION 6</a:t>
            </a:r>
          </a:p>
        </p:txBody>
      </p:sp>
      <p:sp>
        <p:nvSpPr>
          <p:cNvPr id="3" name="Rectangle 2">
            <a:extLst>
              <a:ext uri="{FF2B5EF4-FFF2-40B4-BE49-F238E27FC236}">
                <a16:creationId xmlns:a16="http://schemas.microsoft.com/office/drawing/2014/main" id="{D8A4F1FF-188F-480C-A674-849DF2AF38C2}"/>
              </a:ext>
            </a:extLst>
          </p:cNvPr>
          <p:cNvSpPr>
            <a:spLocks noGrp="1"/>
          </p:cNvSpPr>
          <p:nvPr/>
        </p:nvSpPr>
        <p:spPr>
          <a:xfrm>
            <a:off x="10991850" y="304800"/>
            <a:ext cx="514350" cy="285750"/>
          </a:xfrm>
          <a:prstGeom prst="rect">
            <a:avLst/>
          </a:prstGeom>
          <a:noFill/>
          <a:ln w="0">
            <a:noFill/>
            <a:prstDash val="solid"/>
          </a:ln>
        </p:spPr>
        <p:txBody>
          <a:bodyPr anchor="ctr"/>
          <a:lstStyle/>
          <a:p>
            <a:pPr algn="r">
              <a:defRPr sz="1350" b="1" i="0">
                <a:solidFill>
                  <a:srgbClr val="486554"/>
                </a:solidFill>
              </a:defRPr>
            </a:pPr>
            <a:r>
              <a:rPr sz="1350" b="1" i="0">
                <a:solidFill>
                  <a:srgbClr val="486554"/>
                </a:solidFill>
              </a:rPr>
              <a:t>13</a:t>
            </a:r>
          </a:p>
        </p:txBody>
      </p:sp>
      <p:sp>
        <p:nvSpPr>
          <p:cNvPr id="4" name="Rectangle 3">
            <a:extLst>
              <a:ext uri="{FF2B5EF4-FFF2-40B4-BE49-F238E27FC236}">
                <a16:creationId xmlns:a16="http://schemas.microsoft.com/office/drawing/2014/main" id="{01C09DDF-EF08-42F8-9D93-15382092FC42}"/>
              </a:ext>
            </a:extLst>
          </p:cNvPr>
          <p:cNvSpPr>
            <a:spLocks noGrp="1"/>
          </p:cNvSpPr>
          <p:nvPr/>
        </p:nvSpPr>
        <p:spPr>
          <a:xfrm>
            <a:off x="723900" y="733425"/>
            <a:ext cx="10782300" cy="19050"/>
          </a:xfrm>
          <a:prstGeom prst="rect">
            <a:avLst/>
          </a:prstGeom>
          <a:solidFill>
            <a:srgbClr val="E2E9E3"/>
          </a:solidFill>
          <a:ln w="0">
            <a:solidFill>
              <a:srgbClr val="E2E9E3"/>
            </a:solidFill>
            <a:prstDash val="solid"/>
          </a:ln>
        </p:spPr>
        <p:txBody>
          <a:bodyPr/>
          <a:lstStyle/>
          <a:p>
            <a:endParaRPr lang="en-US"/>
          </a:p>
        </p:txBody>
      </p:sp>
      <p:sp>
        <p:nvSpPr>
          <p:cNvPr id="5" name="Rectangle 4">
            <a:extLst>
              <a:ext uri="{FF2B5EF4-FFF2-40B4-BE49-F238E27FC236}">
                <a16:creationId xmlns:a16="http://schemas.microsoft.com/office/drawing/2014/main" id="{1B651C75-AD75-4FDC-8389-065AAE41FF47}"/>
              </a:ext>
            </a:extLst>
          </p:cNvPr>
          <p:cNvSpPr>
            <a:spLocks noGrp="1"/>
          </p:cNvSpPr>
          <p:nvPr/>
        </p:nvSpPr>
        <p:spPr>
          <a:xfrm>
            <a:off x="723900" y="904875"/>
            <a:ext cx="10763250" cy="742950"/>
          </a:xfrm>
          <a:prstGeom prst="rect">
            <a:avLst/>
          </a:prstGeom>
          <a:noFill/>
          <a:ln w="0">
            <a:noFill/>
            <a:prstDash val="solid"/>
          </a:ln>
        </p:spPr>
        <p:txBody>
          <a:bodyPr anchor="ctr"/>
          <a:lstStyle/>
          <a:p>
            <a:pPr algn="l">
              <a:defRPr sz="2700" b="1" i="0">
                <a:solidFill>
                  <a:srgbClr val="132A3A"/>
                </a:solidFill>
              </a:defRPr>
            </a:pPr>
            <a:r>
              <a:rPr sz="2700" b="1" i="0">
                <a:solidFill>
                  <a:srgbClr val="132A3A"/>
                </a:solidFill>
              </a:rPr>
              <a:t>Question 6</a:t>
            </a:r>
          </a:p>
        </p:txBody>
      </p:sp>
      <p:sp>
        <p:nvSpPr>
          <p:cNvPr id="6" name="Rectangle 5">
            <a:extLst>
              <a:ext uri="{FF2B5EF4-FFF2-40B4-BE49-F238E27FC236}">
                <a16:creationId xmlns:a16="http://schemas.microsoft.com/office/drawing/2014/main" id="{905512DC-BBB2-44CE-9607-6D9548C04003}"/>
              </a:ext>
            </a:extLst>
          </p:cNvPr>
          <p:cNvSpPr>
            <a:spLocks noGrp="1"/>
          </p:cNvSpPr>
          <p:nvPr/>
        </p:nvSpPr>
        <p:spPr>
          <a:xfrm>
            <a:off x="742950" y="1952625"/>
            <a:ext cx="66675" cy="2143125"/>
          </a:xfrm>
          <a:prstGeom prst="rect">
            <a:avLst/>
          </a:prstGeom>
          <a:solidFill>
            <a:srgbClr val="B8872F"/>
          </a:solidFill>
          <a:ln w="0">
            <a:solidFill>
              <a:srgbClr val="B8872F"/>
            </a:solidFill>
            <a:prstDash val="solid"/>
          </a:ln>
        </p:spPr>
        <p:txBody>
          <a:bodyPr/>
          <a:lstStyle/>
          <a:p>
            <a:endParaRPr lang="en-US"/>
          </a:p>
        </p:txBody>
      </p:sp>
      <p:sp>
        <p:nvSpPr>
          <p:cNvPr id="7" name="Rectangle 6">
            <a:extLst>
              <a:ext uri="{FF2B5EF4-FFF2-40B4-BE49-F238E27FC236}">
                <a16:creationId xmlns:a16="http://schemas.microsoft.com/office/drawing/2014/main" id="{A21D765B-3B99-4027-B8B2-371AE2DF3553}"/>
              </a:ext>
            </a:extLst>
          </p:cNvPr>
          <p:cNvSpPr>
            <a:spLocks noGrp="1"/>
          </p:cNvSpPr>
          <p:nvPr/>
        </p:nvSpPr>
        <p:spPr>
          <a:xfrm>
            <a:off x="1028700" y="1952625"/>
            <a:ext cx="10287000" cy="2143125"/>
          </a:xfrm>
          <a:prstGeom prst="rect">
            <a:avLst/>
          </a:prstGeom>
          <a:noFill/>
          <a:ln w="0">
            <a:noFill/>
            <a:prstDash val="solid"/>
          </a:ln>
        </p:spPr>
        <p:txBody>
          <a:bodyPr anchor="t"/>
          <a:lstStyle/>
          <a:p>
            <a:pPr algn="l">
              <a:defRPr sz="2700" b="1" i="0">
                <a:solidFill>
                  <a:srgbClr val="132A3A"/>
                </a:solidFill>
              </a:defRPr>
            </a:pPr>
            <a:r>
              <a:rPr sz="2700" b="1" i="0">
                <a:solidFill>
                  <a:srgbClr val="132A3A"/>
                </a:solidFill>
              </a:rPr>
              <a:t>a. What conviction was going to sustain the apostles as they fulfilled their mission while Jesus was physically absent (see 1:11)?</a:t>
            </a:r>
          </a:p>
          <a:p>
            <a:endParaRPr sz="2700" b="1" i="0">
              <a:solidFill>
                <a:srgbClr val="132A3A"/>
              </a:solidFill>
            </a:endParaRPr>
          </a:p>
          <a:p>
            <a:pPr algn="l">
              <a:defRPr sz="2700" b="1" i="0">
                <a:solidFill>
                  <a:srgbClr val="132A3A"/>
                </a:solidFill>
              </a:defRPr>
            </a:pPr>
            <a:r>
              <a:rPr sz="2700" b="1" i="0">
                <a:solidFill>
                  <a:srgbClr val="132A3A"/>
                </a:solidFill>
              </a:rPr>
              <a:t>b. Why would this have been encouraging?</a:t>
            </a:r>
          </a:p>
        </p:txBody>
      </p:sp>
    </p:spTree>
    <p:extLst>
      <p:ext uri="{BB962C8B-B14F-4D97-AF65-F5344CB8AC3E}">
        <p14:creationId xmlns:p14="http://schemas.microsoft.com/office/powerpoint/2010/main" val="3410552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2E8"/>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C8DD2352-56E3-4F6A-9FDA-659F8A3C70E5}"/>
              </a:ext>
            </a:extLst>
          </p:cNvPr>
          <p:cNvSpPr>
            <a:spLocks noGrp="1"/>
          </p:cNvSpPr>
          <p:nvPr/>
        </p:nvSpPr>
        <p:spPr>
          <a:xfrm>
            <a:off x="0" y="0"/>
            <a:ext cx="12192000" cy="114300"/>
          </a:xfrm>
          <a:prstGeom prst="rect">
            <a:avLst/>
          </a:prstGeom>
          <a:solidFill>
            <a:srgbClr val="486554"/>
          </a:solidFill>
          <a:ln w="0">
            <a:solidFill>
              <a:srgbClr val="486554"/>
            </a:solidFill>
            <a:prstDash val="solid"/>
          </a:ln>
        </p:spPr>
        <p:txBody>
          <a:bodyPr/>
          <a:lstStyle/>
          <a:p>
            <a:endParaRPr lang="en-US"/>
          </a:p>
        </p:txBody>
      </p:sp>
      <p:sp>
        <p:nvSpPr>
          <p:cNvPr id="2" name="Rectangle 1">
            <a:extLst>
              <a:ext uri="{FF2B5EF4-FFF2-40B4-BE49-F238E27FC236}">
                <a16:creationId xmlns:a16="http://schemas.microsoft.com/office/drawing/2014/main" id="{DE80FE6C-4F80-4DDD-8496-96B9C76C3548}"/>
              </a:ext>
            </a:extLst>
          </p:cNvPr>
          <p:cNvSpPr>
            <a:spLocks noGrp="1"/>
          </p:cNvSpPr>
          <p:nvPr/>
        </p:nvSpPr>
        <p:spPr>
          <a:xfrm>
            <a:off x="723900" y="304800"/>
            <a:ext cx="5334000" cy="285750"/>
          </a:xfrm>
          <a:prstGeom prst="rect">
            <a:avLst/>
          </a:prstGeom>
          <a:noFill/>
          <a:ln w="0">
            <a:noFill/>
            <a:prstDash val="solid"/>
          </a:ln>
        </p:spPr>
        <p:txBody>
          <a:bodyPr anchor="ctr"/>
          <a:lstStyle/>
          <a:p>
            <a:pPr algn="l">
              <a:defRPr sz="1350" b="1" i="0">
                <a:solidFill>
                  <a:srgbClr val="486554"/>
                </a:solidFill>
              </a:defRPr>
            </a:pPr>
            <a:r>
              <a:rPr sz="1350" b="1" i="0">
                <a:solidFill>
                  <a:srgbClr val="486554"/>
                </a:solidFill>
              </a:rPr>
              <a:t>QUESTION 6 • ANSWER</a:t>
            </a:r>
          </a:p>
        </p:txBody>
      </p:sp>
      <p:sp>
        <p:nvSpPr>
          <p:cNvPr id="3" name="Rectangle 2">
            <a:extLst>
              <a:ext uri="{FF2B5EF4-FFF2-40B4-BE49-F238E27FC236}">
                <a16:creationId xmlns:a16="http://schemas.microsoft.com/office/drawing/2014/main" id="{F24A02F5-70C6-4DF5-8BD6-D32DFA0C99B8}"/>
              </a:ext>
            </a:extLst>
          </p:cNvPr>
          <p:cNvSpPr>
            <a:spLocks noGrp="1"/>
          </p:cNvSpPr>
          <p:nvPr/>
        </p:nvSpPr>
        <p:spPr>
          <a:xfrm>
            <a:off x="10991850" y="304800"/>
            <a:ext cx="514350" cy="285750"/>
          </a:xfrm>
          <a:prstGeom prst="rect">
            <a:avLst/>
          </a:prstGeom>
          <a:noFill/>
          <a:ln w="0">
            <a:noFill/>
            <a:prstDash val="solid"/>
          </a:ln>
        </p:spPr>
        <p:txBody>
          <a:bodyPr anchor="ctr"/>
          <a:lstStyle/>
          <a:p>
            <a:pPr algn="r">
              <a:defRPr sz="1350" b="1" i="0">
                <a:solidFill>
                  <a:srgbClr val="486554"/>
                </a:solidFill>
              </a:defRPr>
            </a:pPr>
            <a:r>
              <a:rPr sz="1350" b="1" i="0">
                <a:solidFill>
                  <a:srgbClr val="486554"/>
                </a:solidFill>
              </a:rPr>
              <a:t>14</a:t>
            </a:r>
          </a:p>
        </p:txBody>
      </p:sp>
      <p:sp>
        <p:nvSpPr>
          <p:cNvPr id="4" name="Rectangle 3">
            <a:extLst>
              <a:ext uri="{FF2B5EF4-FFF2-40B4-BE49-F238E27FC236}">
                <a16:creationId xmlns:a16="http://schemas.microsoft.com/office/drawing/2014/main" id="{A48077FB-6370-4AA4-98A3-8776791E6A44}"/>
              </a:ext>
            </a:extLst>
          </p:cNvPr>
          <p:cNvSpPr>
            <a:spLocks noGrp="1"/>
          </p:cNvSpPr>
          <p:nvPr/>
        </p:nvSpPr>
        <p:spPr>
          <a:xfrm>
            <a:off x="723900" y="733425"/>
            <a:ext cx="10782300" cy="19050"/>
          </a:xfrm>
          <a:prstGeom prst="rect">
            <a:avLst/>
          </a:prstGeom>
          <a:solidFill>
            <a:srgbClr val="E2E9E3"/>
          </a:solidFill>
          <a:ln w="0">
            <a:solidFill>
              <a:srgbClr val="E2E9E3"/>
            </a:solidFill>
            <a:prstDash val="solid"/>
          </a:ln>
        </p:spPr>
        <p:txBody>
          <a:bodyPr/>
          <a:lstStyle/>
          <a:p>
            <a:endParaRPr lang="en-US"/>
          </a:p>
        </p:txBody>
      </p:sp>
      <p:sp>
        <p:nvSpPr>
          <p:cNvPr id="5" name="Rectangle 4">
            <a:extLst>
              <a:ext uri="{FF2B5EF4-FFF2-40B4-BE49-F238E27FC236}">
                <a16:creationId xmlns:a16="http://schemas.microsoft.com/office/drawing/2014/main" id="{923DE0FA-AABC-458D-9B6B-766898E5C481}"/>
              </a:ext>
            </a:extLst>
          </p:cNvPr>
          <p:cNvSpPr>
            <a:spLocks noGrp="1"/>
          </p:cNvSpPr>
          <p:nvPr/>
        </p:nvSpPr>
        <p:spPr>
          <a:xfrm>
            <a:off x="723900" y="895350"/>
            <a:ext cx="10782300" cy="723900"/>
          </a:xfrm>
          <a:prstGeom prst="rect">
            <a:avLst/>
          </a:prstGeom>
          <a:noFill/>
          <a:ln w="0">
            <a:noFill/>
            <a:prstDash val="solid"/>
          </a:ln>
        </p:spPr>
        <p:txBody>
          <a:bodyPr anchor="ctr"/>
          <a:lstStyle/>
          <a:p>
            <a:pPr algn="l">
              <a:defRPr sz="2700" b="1" i="0">
                <a:solidFill>
                  <a:srgbClr val="132A3A"/>
                </a:solidFill>
              </a:defRPr>
            </a:pPr>
            <a:r>
              <a:rPr sz="2700" b="1" i="0">
                <a:solidFill>
                  <a:srgbClr val="132A3A"/>
                </a:solidFill>
              </a:rPr>
              <a:t>Question 6 — Suggested Response</a:t>
            </a:r>
          </a:p>
        </p:txBody>
      </p:sp>
      <p:sp>
        <p:nvSpPr>
          <p:cNvPr id="6" name="Rectangle 5">
            <a:extLst>
              <a:ext uri="{FF2B5EF4-FFF2-40B4-BE49-F238E27FC236}">
                <a16:creationId xmlns:a16="http://schemas.microsoft.com/office/drawing/2014/main" id="{97EA1720-2804-4B00-9FD3-DFEFD53D4004}"/>
              </a:ext>
            </a:extLst>
          </p:cNvPr>
          <p:cNvSpPr>
            <a:spLocks noGrp="1"/>
          </p:cNvSpPr>
          <p:nvPr/>
        </p:nvSpPr>
        <p:spPr>
          <a:xfrm>
            <a:off x="742950" y="1847850"/>
            <a:ext cx="66675" cy="1066800"/>
          </a:xfrm>
          <a:prstGeom prst="rect">
            <a:avLst/>
          </a:prstGeom>
          <a:solidFill>
            <a:srgbClr val="486554"/>
          </a:solidFill>
          <a:ln w="0">
            <a:solidFill>
              <a:srgbClr val="486554"/>
            </a:solidFill>
            <a:prstDash val="solid"/>
          </a:ln>
        </p:spPr>
        <p:txBody>
          <a:bodyPr/>
          <a:lstStyle/>
          <a:p>
            <a:endParaRPr lang="en-US"/>
          </a:p>
        </p:txBody>
      </p:sp>
      <p:sp>
        <p:nvSpPr>
          <p:cNvPr id="7" name="Rectangle 6">
            <a:extLst>
              <a:ext uri="{FF2B5EF4-FFF2-40B4-BE49-F238E27FC236}">
                <a16:creationId xmlns:a16="http://schemas.microsoft.com/office/drawing/2014/main" id="{C67EDB6A-6E6D-4CC2-859C-C15D75A598D2}"/>
              </a:ext>
            </a:extLst>
          </p:cNvPr>
          <p:cNvSpPr>
            <a:spLocks noGrp="1"/>
          </p:cNvSpPr>
          <p:nvPr/>
        </p:nvSpPr>
        <p:spPr>
          <a:xfrm>
            <a:off x="1028700" y="1847850"/>
            <a:ext cx="10287000" cy="1066800"/>
          </a:xfrm>
          <a:prstGeom prst="rect">
            <a:avLst/>
          </a:prstGeom>
          <a:noFill/>
          <a:ln w="0">
            <a:noFill/>
            <a:prstDash val="solid"/>
          </a:ln>
        </p:spPr>
        <p:txBody>
          <a:bodyPr anchor="ctr"/>
          <a:lstStyle/>
          <a:p>
            <a:pPr algn="l">
              <a:defRPr sz="2100" b="1" i="0">
                <a:solidFill>
                  <a:srgbClr val="132A3A"/>
                </a:solidFill>
              </a:defRPr>
            </a:pPr>
            <a:r>
              <a:rPr sz="2100" b="1" i="0">
                <a:solidFill>
                  <a:srgbClr val="132A3A"/>
                </a:solidFill>
              </a:rPr>
              <a:t>What conviction sustained the apostles while Jesus was physically absent—and why was it encouraging?</a:t>
            </a:r>
          </a:p>
        </p:txBody>
      </p:sp>
      <p:sp>
        <p:nvSpPr>
          <p:cNvPr id="8" name="Oval 7">
            <a:extLst>
              <a:ext uri="{FF2B5EF4-FFF2-40B4-BE49-F238E27FC236}">
                <a16:creationId xmlns:a16="http://schemas.microsoft.com/office/drawing/2014/main" id="{D7A5B7CF-7AB0-49C1-B2E1-7B3D9F5E65A5}"/>
              </a:ext>
            </a:extLst>
          </p:cNvPr>
          <p:cNvSpPr>
            <a:spLocks noGrp="1"/>
          </p:cNvSpPr>
          <p:nvPr/>
        </p:nvSpPr>
        <p:spPr>
          <a:xfrm>
            <a:off x="762000" y="3467100"/>
            <a:ext cx="133350" cy="133350"/>
          </a:xfrm>
          <a:prstGeom prst="ellipse">
            <a:avLst/>
          </a:prstGeom>
          <a:solidFill>
            <a:srgbClr val="B8872F"/>
          </a:solidFill>
          <a:ln w="0">
            <a:solidFill>
              <a:srgbClr val="B8872F"/>
            </a:solidFill>
            <a:prstDash val="solid"/>
          </a:ln>
        </p:spPr>
        <p:txBody>
          <a:bodyPr/>
          <a:lstStyle/>
          <a:p>
            <a:endParaRPr lang="en-US"/>
          </a:p>
        </p:txBody>
      </p:sp>
      <p:sp>
        <p:nvSpPr>
          <p:cNvPr id="9" name="Rectangle 8">
            <a:extLst>
              <a:ext uri="{FF2B5EF4-FFF2-40B4-BE49-F238E27FC236}">
                <a16:creationId xmlns:a16="http://schemas.microsoft.com/office/drawing/2014/main" id="{75E7E417-9F5A-4EC3-935F-BFCD67044243}"/>
              </a:ext>
            </a:extLst>
          </p:cNvPr>
          <p:cNvSpPr>
            <a:spLocks noGrp="1"/>
          </p:cNvSpPr>
          <p:nvPr/>
        </p:nvSpPr>
        <p:spPr>
          <a:xfrm>
            <a:off x="1066800" y="3143250"/>
            <a:ext cx="10287000" cy="781050"/>
          </a:xfrm>
          <a:prstGeom prst="rect">
            <a:avLst/>
          </a:prstGeom>
          <a:noFill/>
          <a:ln w="0">
            <a:noFill/>
            <a:prstDash val="solid"/>
          </a:ln>
        </p:spPr>
        <p:txBody>
          <a:bodyPr anchor="ctr"/>
          <a:lstStyle/>
          <a:p>
            <a:pPr algn="l">
              <a:defRPr sz="2100" b="0" i="0">
                <a:solidFill>
                  <a:srgbClr val="17232B"/>
                </a:solidFill>
              </a:defRPr>
            </a:pPr>
            <a:r>
              <a:rPr sz="2100" b="0" i="0">
                <a:solidFill>
                  <a:srgbClr val="17232B"/>
                </a:solidFill>
              </a:rPr>
              <a:t>Jesus would return in the same real and visible way.</a:t>
            </a:r>
          </a:p>
        </p:txBody>
      </p:sp>
      <p:sp>
        <p:nvSpPr>
          <p:cNvPr id="10" name="Oval 9">
            <a:extLst>
              <a:ext uri="{FF2B5EF4-FFF2-40B4-BE49-F238E27FC236}">
                <a16:creationId xmlns:a16="http://schemas.microsoft.com/office/drawing/2014/main" id="{3BBA6842-4F61-400C-8276-C4F8059FAACC}"/>
              </a:ext>
            </a:extLst>
          </p:cNvPr>
          <p:cNvSpPr>
            <a:spLocks noGrp="1"/>
          </p:cNvSpPr>
          <p:nvPr/>
        </p:nvSpPr>
        <p:spPr>
          <a:xfrm>
            <a:off x="762000" y="4248150"/>
            <a:ext cx="133350" cy="133350"/>
          </a:xfrm>
          <a:prstGeom prst="ellipse">
            <a:avLst/>
          </a:prstGeom>
          <a:solidFill>
            <a:srgbClr val="B8872F"/>
          </a:solidFill>
          <a:ln w="0">
            <a:solidFill>
              <a:srgbClr val="B8872F"/>
            </a:solidFill>
            <a:prstDash val="solid"/>
          </a:ln>
        </p:spPr>
        <p:txBody>
          <a:bodyPr/>
          <a:lstStyle/>
          <a:p>
            <a:endParaRPr lang="en-US"/>
          </a:p>
        </p:txBody>
      </p:sp>
      <p:sp>
        <p:nvSpPr>
          <p:cNvPr id="11" name="Rectangle 10">
            <a:extLst>
              <a:ext uri="{FF2B5EF4-FFF2-40B4-BE49-F238E27FC236}">
                <a16:creationId xmlns:a16="http://schemas.microsoft.com/office/drawing/2014/main" id="{DAC58DD4-0253-4E53-8D45-5CF62A32AAF6}"/>
              </a:ext>
            </a:extLst>
          </p:cNvPr>
          <p:cNvSpPr>
            <a:spLocks noGrp="1"/>
          </p:cNvSpPr>
          <p:nvPr/>
        </p:nvSpPr>
        <p:spPr>
          <a:xfrm>
            <a:off x="1066800" y="3924300"/>
            <a:ext cx="10287000" cy="781050"/>
          </a:xfrm>
          <a:prstGeom prst="rect">
            <a:avLst/>
          </a:prstGeom>
          <a:noFill/>
          <a:ln w="0">
            <a:noFill/>
            <a:prstDash val="solid"/>
          </a:ln>
        </p:spPr>
        <p:txBody>
          <a:bodyPr anchor="ctr"/>
          <a:lstStyle/>
          <a:p>
            <a:pPr algn="l">
              <a:defRPr sz="2100" b="0" i="0">
                <a:solidFill>
                  <a:srgbClr val="17232B"/>
                </a:solidFill>
              </a:defRPr>
            </a:pPr>
            <a:r>
              <a:rPr sz="2100" b="0" i="0">
                <a:solidFill>
                  <a:srgbClr val="17232B"/>
                </a:solidFill>
              </a:rPr>
              <a:t>His absence was temporary, and His promise gave hope.</a:t>
            </a:r>
          </a:p>
        </p:txBody>
      </p:sp>
      <p:sp>
        <p:nvSpPr>
          <p:cNvPr id="12" name="Oval 11">
            <a:extLst>
              <a:ext uri="{FF2B5EF4-FFF2-40B4-BE49-F238E27FC236}">
                <a16:creationId xmlns:a16="http://schemas.microsoft.com/office/drawing/2014/main" id="{24692CDB-2F5F-49F8-B407-27FEAC750821}"/>
              </a:ext>
            </a:extLst>
          </p:cNvPr>
          <p:cNvSpPr>
            <a:spLocks noGrp="1"/>
          </p:cNvSpPr>
          <p:nvPr/>
        </p:nvSpPr>
        <p:spPr>
          <a:xfrm>
            <a:off x="762000" y="5029200"/>
            <a:ext cx="133350" cy="133350"/>
          </a:xfrm>
          <a:prstGeom prst="ellipse">
            <a:avLst/>
          </a:prstGeom>
          <a:solidFill>
            <a:srgbClr val="B8872F"/>
          </a:solidFill>
          <a:ln w="0">
            <a:solidFill>
              <a:srgbClr val="B8872F"/>
            </a:solidFill>
            <a:prstDash val="solid"/>
          </a:ln>
        </p:spPr>
        <p:txBody>
          <a:bodyPr/>
          <a:lstStyle/>
          <a:p>
            <a:endParaRPr lang="en-US"/>
          </a:p>
        </p:txBody>
      </p:sp>
      <p:sp>
        <p:nvSpPr>
          <p:cNvPr id="13" name="Rectangle 12">
            <a:extLst>
              <a:ext uri="{FF2B5EF4-FFF2-40B4-BE49-F238E27FC236}">
                <a16:creationId xmlns:a16="http://schemas.microsoft.com/office/drawing/2014/main" id="{1C7B3D28-8A51-4E24-A82E-B42C785021F0}"/>
              </a:ext>
            </a:extLst>
          </p:cNvPr>
          <p:cNvSpPr>
            <a:spLocks noGrp="1"/>
          </p:cNvSpPr>
          <p:nvPr/>
        </p:nvSpPr>
        <p:spPr>
          <a:xfrm>
            <a:off x="1066800" y="4705350"/>
            <a:ext cx="10287000" cy="781050"/>
          </a:xfrm>
          <a:prstGeom prst="rect">
            <a:avLst/>
          </a:prstGeom>
          <a:noFill/>
          <a:ln w="0">
            <a:noFill/>
            <a:prstDash val="solid"/>
          </a:ln>
        </p:spPr>
        <p:txBody>
          <a:bodyPr anchor="ctr"/>
          <a:lstStyle/>
          <a:p>
            <a:pPr algn="l">
              <a:defRPr sz="2100" b="0" i="0">
                <a:solidFill>
                  <a:srgbClr val="17232B"/>
                </a:solidFill>
              </a:defRPr>
            </a:pPr>
            <a:r>
              <a:rPr sz="2100" b="0" i="0">
                <a:solidFill>
                  <a:srgbClr val="17232B"/>
                </a:solidFill>
              </a:rPr>
              <a:t>Their mission belonged inside God’s larger, certain purpose.</a:t>
            </a:r>
          </a:p>
        </p:txBody>
      </p:sp>
    </p:spTree>
    <p:extLst>
      <p:ext uri="{BB962C8B-B14F-4D97-AF65-F5344CB8AC3E}">
        <p14:creationId xmlns:p14="http://schemas.microsoft.com/office/powerpoint/2010/main" val="12317625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2E8"/>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5110450C-F88C-4DC2-B14C-8DB4716B74BC}"/>
              </a:ext>
            </a:extLst>
          </p:cNvPr>
          <p:cNvSpPr>
            <a:spLocks noGrp="1"/>
          </p:cNvSpPr>
          <p:nvPr/>
        </p:nvSpPr>
        <p:spPr>
          <a:xfrm>
            <a:off x="0" y="0"/>
            <a:ext cx="12192000" cy="114300"/>
          </a:xfrm>
          <a:prstGeom prst="rect">
            <a:avLst/>
          </a:prstGeom>
          <a:solidFill>
            <a:srgbClr val="B8872F"/>
          </a:solidFill>
          <a:ln w="0">
            <a:solidFill>
              <a:srgbClr val="B8872F"/>
            </a:solidFill>
            <a:prstDash val="solid"/>
          </a:ln>
        </p:spPr>
        <p:txBody>
          <a:bodyPr/>
          <a:lstStyle/>
          <a:p>
            <a:endParaRPr lang="en-US"/>
          </a:p>
        </p:txBody>
      </p:sp>
      <p:sp>
        <p:nvSpPr>
          <p:cNvPr id="2" name="Rectangle 1">
            <a:extLst>
              <a:ext uri="{FF2B5EF4-FFF2-40B4-BE49-F238E27FC236}">
                <a16:creationId xmlns:a16="http://schemas.microsoft.com/office/drawing/2014/main" id="{1EEA44BB-AFE6-4C02-A019-452F2A15C46A}"/>
              </a:ext>
            </a:extLst>
          </p:cNvPr>
          <p:cNvSpPr>
            <a:spLocks noGrp="1"/>
          </p:cNvSpPr>
          <p:nvPr/>
        </p:nvSpPr>
        <p:spPr>
          <a:xfrm>
            <a:off x="723900" y="304800"/>
            <a:ext cx="5334000" cy="285750"/>
          </a:xfrm>
          <a:prstGeom prst="rect">
            <a:avLst/>
          </a:prstGeom>
          <a:noFill/>
          <a:ln w="0">
            <a:noFill/>
            <a:prstDash val="solid"/>
          </a:ln>
        </p:spPr>
        <p:txBody>
          <a:bodyPr anchor="ctr"/>
          <a:lstStyle/>
          <a:p>
            <a:pPr algn="l">
              <a:defRPr sz="1350" b="1" i="0">
                <a:solidFill>
                  <a:srgbClr val="486554"/>
                </a:solidFill>
              </a:defRPr>
            </a:pPr>
            <a:r>
              <a:rPr sz="1350" b="1" i="0">
                <a:solidFill>
                  <a:srgbClr val="486554"/>
                </a:solidFill>
              </a:rPr>
              <a:t>QUESTION 7</a:t>
            </a:r>
          </a:p>
        </p:txBody>
      </p:sp>
      <p:sp>
        <p:nvSpPr>
          <p:cNvPr id="3" name="Rectangle 2">
            <a:extLst>
              <a:ext uri="{FF2B5EF4-FFF2-40B4-BE49-F238E27FC236}">
                <a16:creationId xmlns:a16="http://schemas.microsoft.com/office/drawing/2014/main" id="{9568DAC1-38B0-4D3B-92ED-8052D7642004}"/>
              </a:ext>
            </a:extLst>
          </p:cNvPr>
          <p:cNvSpPr>
            <a:spLocks noGrp="1"/>
          </p:cNvSpPr>
          <p:nvPr/>
        </p:nvSpPr>
        <p:spPr>
          <a:xfrm>
            <a:off x="10991850" y="304800"/>
            <a:ext cx="514350" cy="285750"/>
          </a:xfrm>
          <a:prstGeom prst="rect">
            <a:avLst/>
          </a:prstGeom>
          <a:noFill/>
          <a:ln w="0">
            <a:noFill/>
            <a:prstDash val="solid"/>
          </a:ln>
        </p:spPr>
        <p:txBody>
          <a:bodyPr anchor="ctr"/>
          <a:lstStyle/>
          <a:p>
            <a:pPr algn="r">
              <a:defRPr sz="1350" b="1" i="0">
                <a:solidFill>
                  <a:srgbClr val="486554"/>
                </a:solidFill>
              </a:defRPr>
            </a:pPr>
            <a:r>
              <a:rPr sz="1350" b="1" i="0">
                <a:solidFill>
                  <a:srgbClr val="486554"/>
                </a:solidFill>
              </a:rPr>
              <a:t>15</a:t>
            </a:r>
          </a:p>
        </p:txBody>
      </p:sp>
      <p:sp>
        <p:nvSpPr>
          <p:cNvPr id="4" name="Rectangle 3">
            <a:extLst>
              <a:ext uri="{FF2B5EF4-FFF2-40B4-BE49-F238E27FC236}">
                <a16:creationId xmlns:a16="http://schemas.microsoft.com/office/drawing/2014/main" id="{B29ACA75-9F3F-4908-B4B2-17FF2743E402}"/>
              </a:ext>
            </a:extLst>
          </p:cNvPr>
          <p:cNvSpPr>
            <a:spLocks noGrp="1"/>
          </p:cNvSpPr>
          <p:nvPr/>
        </p:nvSpPr>
        <p:spPr>
          <a:xfrm>
            <a:off x="723900" y="733425"/>
            <a:ext cx="10782300" cy="19050"/>
          </a:xfrm>
          <a:prstGeom prst="rect">
            <a:avLst/>
          </a:prstGeom>
          <a:solidFill>
            <a:srgbClr val="E2E9E3"/>
          </a:solidFill>
          <a:ln w="0">
            <a:solidFill>
              <a:srgbClr val="E2E9E3"/>
            </a:solidFill>
            <a:prstDash val="solid"/>
          </a:ln>
        </p:spPr>
        <p:txBody>
          <a:bodyPr/>
          <a:lstStyle/>
          <a:p>
            <a:endParaRPr lang="en-US"/>
          </a:p>
        </p:txBody>
      </p:sp>
      <p:sp>
        <p:nvSpPr>
          <p:cNvPr id="5" name="Rectangle 4">
            <a:extLst>
              <a:ext uri="{FF2B5EF4-FFF2-40B4-BE49-F238E27FC236}">
                <a16:creationId xmlns:a16="http://schemas.microsoft.com/office/drawing/2014/main" id="{21935F85-0F6C-4551-9B32-C797E1D1119C}"/>
              </a:ext>
            </a:extLst>
          </p:cNvPr>
          <p:cNvSpPr>
            <a:spLocks noGrp="1"/>
          </p:cNvSpPr>
          <p:nvPr/>
        </p:nvSpPr>
        <p:spPr>
          <a:xfrm>
            <a:off x="723900" y="904875"/>
            <a:ext cx="10763250" cy="742950"/>
          </a:xfrm>
          <a:prstGeom prst="rect">
            <a:avLst/>
          </a:prstGeom>
          <a:noFill/>
          <a:ln w="0">
            <a:noFill/>
            <a:prstDash val="solid"/>
          </a:ln>
        </p:spPr>
        <p:txBody>
          <a:bodyPr anchor="ctr"/>
          <a:lstStyle/>
          <a:p>
            <a:pPr algn="l">
              <a:defRPr sz="2700" b="1" i="0">
                <a:solidFill>
                  <a:srgbClr val="132A3A"/>
                </a:solidFill>
              </a:defRPr>
            </a:pPr>
            <a:r>
              <a:rPr sz="2700" b="1" i="0">
                <a:solidFill>
                  <a:srgbClr val="132A3A"/>
                </a:solidFill>
              </a:rPr>
              <a:t>Question 7</a:t>
            </a:r>
          </a:p>
        </p:txBody>
      </p:sp>
      <p:sp>
        <p:nvSpPr>
          <p:cNvPr id="6" name="Rectangle 5">
            <a:extLst>
              <a:ext uri="{FF2B5EF4-FFF2-40B4-BE49-F238E27FC236}">
                <a16:creationId xmlns:a16="http://schemas.microsoft.com/office/drawing/2014/main" id="{07A62D9D-BD47-4784-8C6A-DE40F3076A22}"/>
              </a:ext>
            </a:extLst>
          </p:cNvPr>
          <p:cNvSpPr>
            <a:spLocks noGrp="1"/>
          </p:cNvSpPr>
          <p:nvPr/>
        </p:nvSpPr>
        <p:spPr>
          <a:xfrm>
            <a:off x="742950" y="1952625"/>
            <a:ext cx="66675" cy="2143125"/>
          </a:xfrm>
          <a:prstGeom prst="rect">
            <a:avLst/>
          </a:prstGeom>
          <a:solidFill>
            <a:srgbClr val="B8872F"/>
          </a:solidFill>
          <a:ln w="0">
            <a:solidFill>
              <a:srgbClr val="B8872F"/>
            </a:solidFill>
            <a:prstDash val="solid"/>
          </a:ln>
        </p:spPr>
        <p:txBody>
          <a:bodyPr/>
          <a:lstStyle/>
          <a:p>
            <a:endParaRPr lang="en-US"/>
          </a:p>
        </p:txBody>
      </p:sp>
      <p:sp>
        <p:nvSpPr>
          <p:cNvPr id="7" name="Rectangle 6">
            <a:extLst>
              <a:ext uri="{FF2B5EF4-FFF2-40B4-BE49-F238E27FC236}">
                <a16:creationId xmlns:a16="http://schemas.microsoft.com/office/drawing/2014/main" id="{1CDF9225-0C3D-470F-AA3D-B1A3D5DA40D1}"/>
              </a:ext>
            </a:extLst>
          </p:cNvPr>
          <p:cNvSpPr>
            <a:spLocks noGrp="1"/>
          </p:cNvSpPr>
          <p:nvPr/>
        </p:nvSpPr>
        <p:spPr>
          <a:xfrm>
            <a:off x="1028700" y="1952625"/>
            <a:ext cx="10287000" cy="2143125"/>
          </a:xfrm>
          <a:prstGeom prst="rect">
            <a:avLst/>
          </a:prstGeom>
          <a:noFill/>
          <a:ln w="0">
            <a:noFill/>
            <a:prstDash val="solid"/>
          </a:ln>
        </p:spPr>
        <p:txBody>
          <a:bodyPr anchor="t"/>
          <a:lstStyle/>
          <a:p>
            <a:pPr algn="l">
              <a:defRPr sz="2700" b="1" i="0">
                <a:solidFill>
                  <a:srgbClr val="132A3A"/>
                </a:solidFill>
              </a:defRPr>
            </a:pPr>
            <a:r>
              <a:rPr sz="2700" b="1" i="0">
                <a:solidFill>
                  <a:srgbClr val="132A3A"/>
                </a:solidFill>
              </a:rPr>
              <a:t>How did Peter describe the chief function of an apostle (see 1:22)? What were the qualifications of such a person (see 1:21–22)?</a:t>
            </a:r>
          </a:p>
        </p:txBody>
      </p:sp>
    </p:spTree>
    <p:extLst>
      <p:ext uri="{BB962C8B-B14F-4D97-AF65-F5344CB8AC3E}">
        <p14:creationId xmlns:p14="http://schemas.microsoft.com/office/powerpoint/2010/main" val="9352503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7F2E8"/>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1829269F-1A57-41C8-955B-E95DC278D399}"/>
              </a:ext>
            </a:extLst>
          </p:cNvPr>
          <p:cNvSpPr>
            <a:spLocks noGrp="1"/>
          </p:cNvSpPr>
          <p:nvPr/>
        </p:nvSpPr>
        <p:spPr>
          <a:xfrm>
            <a:off x="0" y="0"/>
            <a:ext cx="12192000" cy="114300"/>
          </a:xfrm>
          <a:prstGeom prst="rect">
            <a:avLst/>
          </a:prstGeom>
          <a:solidFill>
            <a:srgbClr val="A94D35"/>
          </a:solidFill>
          <a:ln w="0">
            <a:solidFill>
              <a:srgbClr val="A94D35"/>
            </a:solidFill>
            <a:prstDash val="solid"/>
          </a:ln>
        </p:spPr>
        <p:txBody>
          <a:bodyPr/>
          <a:lstStyle/>
          <a:p>
            <a:endParaRPr lang="en-US"/>
          </a:p>
        </p:txBody>
      </p:sp>
      <p:sp>
        <p:nvSpPr>
          <p:cNvPr id="2" name="Rectangle 1">
            <a:extLst>
              <a:ext uri="{FF2B5EF4-FFF2-40B4-BE49-F238E27FC236}">
                <a16:creationId xmlns:a16="http://schemas.microsoft.com/office/drawing/2014/main" id="{402DFEE7-A9A7-46ED-87CB-58896911F20C}"/>
              </a:ext>
            </a:extLst>
          </p:cNvPr>
          <p:cNvSpPr>
            <a:spLocks noGrp="1"/>
          </p:cNvSpPr>
          <p:nvPr/>
        </p:nvSpPr>
        <p:spPr>
          <a:xfrm>
            <a:off x="723900" y="304800"/>
            <a:ext cx="5334000" cy="285750"/>
          </a:xfrm>
          <a:prstGeom prst="rect">
            <a:avLst/>
          </a:prstGeom>
          <a:noFill/>
          <a:ln w="0">
            <a:noFill/>
            <a:prstDash val="solid"/>
          </a:ln>
        </p:spPr>
        <p:txBody>
          <a:bodyPr anchor="ctr"/>
          <a:lstStyle/>
          <a:p>
            <a:pPr algn="l">
              <a:defRPr sz="1350" b="1" i="0">
                <a:solidFill>
                  <a:srgbClr val="486554"/>
                </a:solidFill>
              </a:defRPr>
            </a:pPr>
            <a:r>
              <a:rPr sz="1350" b="1" i="0">
                <a:solidFill>
                  <a:srgbClr val="486554"/>
                </a:solidFill>
              </a:rPr>
              <a:t>QUESTION 7 • RABBIT HOLE</a:t>
            </a:r>
          </a:p>
        </p:txBody>
      </p:sp>
      <p:sp>
        <p:nvSpPr>
          <p:cNvPr id="3" name="Rectangle 2">
            <a:extLst>
              <a:ext uri="{FF2B5EF4-FFF2-40B4-BE49-F238E27FC236}">
                <a16:creationId xmlns:a16="http://schemas.microsoft.com/office/drawing/2014/main" id="{E77750C4-FBE4-4A59-AE7C-74CE49F3A2FE}"/>
              </a:ext>
            </a:extLst>
          </p:cNvPr>
          <p:cNvSpPr>
            <a:spLocks noGrp="1"/>
          </p:cNvSpPr>
          <p:nvPr/>
        </p:nvSpPr>
        <p:spPr>
          <a:xfrm>
            <a:off x="10991850" y="304800"/>
            <a:ext cx="514350" cy="285750"/>
          </a:xfrm>
          <a:prstGeom prst="rect">
            <a:avLst/>
          </a:prstGeom>
          <a:noFill/>
          <a:ln w="0">
            <a:noFill/>
            <a:prstDash val="solid"/>
          </a:ln>
        </p:spPr>
        <p:txBody>
          <a:bodyPr anchor="ctr"/>
          <a:lstStyle/>
          <a:p>
            <a:pPr algn="r">
              <a:defRPr sz="1350" b="1" i="0">
                <a:solidFill>
                  <a:srgbClr val="486554"/>
                </a:solidFill>
              </a:defRPr>
            </a:pPr>
            <a:r>
              <a:rPr sz="1350" b="1" i="0">
                <a:solidFill>
                  <a:srgbClr val="486554"/>
                </a:solidFill>
              </a:rPr>
              <a:t>16</a:t>
            </a:r>
          </a:p>
        </p:txBody>
      </p:sp>
      <p:sp>
        <p:nvSpPr>
          <p:cNvPr id="4" name="Rectangle 3">
            <a:extLst>
              <a:ext uri="{FF2B5EF4-FFF2-40B4-BE49-F238E27FC236}">
                <a16:creationId xmlns:a16="http://schemas.microsoft.com/office/drawing/2014/main" id="{5C8A3E14-AC4A-4E7B-8894-F9674CE6BAEB}"/>
              </a:ext>
            </a:extLst>
          </p:cNvPr>
          <p:cNvSpPr>
            <a:spLocks noGrp="1"/>
          </p:cNvSpPr>
          <p:nvPr/>
        </p:nvSpPr>
        <p:spPr>
          <a:xfrm>
            <a:off x="723900" y="733425"/>
            <a:ext cx="10782300" cy="19050"/>
          </a:xfrm>
          <a:prstGeom prst="rect">
            <a:avLst/>
          </a:prstGeom>
          <a:solidFill>
            <a:srgbClr val="E2E9E3"/>
          </a:solidFill>
          <a:ln w="0">
            <a:solidFill>
              <a:srgbClr val="E2E9E3"/>
            </a:solidFill>
            <a:prstDash val="solid"/>
          </a:ln>
        </p:spPr>
        <p:txBody>
          <a:bodyPr/>
          <a:lstStyle/>
          <a:p>
            <a:endParaRPr lang="en-US"/>
          </a:p>
        </p:txBody>
      </p:sp>
      <p:sp>
        <p:nvSpPr>
          <p:cNvPr id="5" name="Rectangle 4">
            <a:extLst>
              <a:ext uri="{FF2B5EF4-FFF2-40B4-BE49-F238E27FC236}">
                <a16:creationId xmlns:a16="http://schemas.microsoft.com/office/drawing/2014/main" id="{C7B92E4D-52F2-4B0D-BC7E-421BB596B013}"/>
              </a:ext>
            </a:extLst>
          </p:cNvPr>
          <p:cNvSpPr>
            <a:spLocks noGrp="1"/>
          </p:cNvSpPr>
          <p:nvPr/>
        </p:nvSpPr>
        <p:spPr>
          <a:xfrm>
            <a:off x="723900" y="876300"/>
            <a:ext cx="10782300" cy="876300"/>
          </a:xfrm>
          <a:prstGeom prst="rect">
            <a:avLst/>
          </a:prstGeom>
          <a:noFill/>
          <a:ln w="0">
            <a:noFill/>
            <a:prstDash val="solid"/>
          </a:ln>
        </p:spPr>
        <p:txBody>
          <a:bodyPr anchor="ctr"/>
          <a:lstStyle/>
          <a:p>
            <a:pPr algn="l">
              <a:defRPr sz="3450" b="1" i="0">
                <a:solidFill>
                  <a:srgbClr val="132A3A"/>
                </a:solidFill>
              </a:defRPr>
            </a:pPr>
            <a:r>
              <a:rPr sz="3450" b="1" i="0">
                <a:solidFill>
                  <a:srgbClr val="132A3A"/>
                </a:solidFill>
              </a:rPr>
              <a:t>Rabbit Hole: Can there still be apostles today?</a:t>
            </a:r>
          </a:p>
        </p:txBody>
      </p:sp>
      <p:sp>
        <p:nvSpPr>
          <p:cNvPr id="6" name="Rectangle 5">
            <a:extLst>
              <a:ext uri="{FF2B5EF4-FFF2-40B4-BE49-F238E27FC236}">
                <a16:creationId xmlns:a16="http://schemas.microsoft.com/office/drawing/2014/main" id="{84425F69-DCB1-4CE7-BECC-C6475EE59C12}"/>
              </a:ext>
            </a:extLst>
          </p:cNvPr>
          <p:cNvSpPr>
            <a:spLocks noGrp="1"/>
          </p:cNvSpPr>
          <p:nvPr/>
        </p:nvSpPr>
        <p:spPr>
          <a:xfrm>
            <a:off x="742950" y="1752600"/>
            <a:ext cx="10620375" cy="590550"/>
          </a:xfrm>
          <a:prstGeom prst="rect">
            <a:avLst/>
          </a:prstGeom>
          <a:noFill/>
          <a:ln w="0">
            <a:noFill/>
            <a:prstDash val="solid"/>
          </a:ln>
        </p:spPr>
        <p:txBody>
          <a:bodyPr anchor="ctr"/>
          <a:lstStyle/>
          <a:p>
            <a:pPr algn="l">
              <a:defRPr sz="2175" b="1" i="0">
                <a:solidFill>
                  <a:srgbClr val="486554"/>
                </a:solidFill>
              </a:defRPr>
            </a:pPr>
            <a:r>
              <a:rPr sz="2175" b="1" i="0">
                <a:solidFill>
                  <a:srgbClr val="486554"/>
                </a:solidFill>
              </a:rPr>
              <a:t>A focused side discussion</a:t>
            </a:r>
          </a:p>
        </p:txBody>
      </p:sp>
      <p:sp>
        <p:nvSpPr>
          <p:cNvPr id="7" name="Rounded Rectangle 6">
            <a:extLst>
              <a:ext uri="{FF2B5EF4-FFF2-40B4-BE49-F238E27FC236}">
                <a16:creationId xmlns:a16="http://schemas.microsoft.com/office/drawing/2014/main" id="{B309D5AC-6D4F-4AA9-9BAC-BCCFC177FB19}"/>
              </a:ext>
            </a:extLst>
          </p:cNvPr>
          <p:cNvSpPr>
            <a:spLocks noGrp="1"/>
          </p:cNvSpPr>
          <p:nvPr/>
        </p:nvSpPr>
        <p:spPr>
          <a:xfrm>
            <a:off x="723900" y="2457450"/>
            <a:ext cx="10782300" cy="1009650"/>
          </a:xfrm>
          <a:prstGeom prst="roundRect">
            <a:avLst>
              <a:gd name="adj" fmla="val 7547"/>
            </a:avLst>
          </a:prstGeom>
          <a:solidFill>
            <a:srgbClr val="132A3A"/>
          </a:solidFill>
          <a:ln w="0">
            <a:solidFill>
              <a:srgbClr val="132A3A"/>
            </a:solidFill>
            <a:prstDash val="solid"/>
          </a:ln>
        </p:spPr>
        <p:txBody>
          <a:bodyPr/>
          <a:lstStyle/>
          <a:p>
            <a:endParaRPr lang="en-US"/>
          </a:p>
        </p:txBody>
      </p:sp>
      <p:sp>
        <p:nvSpPr>
          <p:cNvPr id="8" name="Rectangle 7">
            <a:extLst>
              <a:ext uri="{FF2B5EF4-FFF2-40B4-BE49-F238E27FC236}">
                <a16:creationId xmlns:a16="http://schemas.microsoft.com/office/drawing/2014/main" id="{D2979A49-7E6B-46C2-BE76-73788E1ECBB0}"/>
              </a:ext>
            </a:extLst>
          </p:cNvPr>
          <p:cNvSpPr>
            <a:spLocks noGrp="1"/>
          </p:cNvSpPr>
          <p:nvPr/>
        </p:nvSpPr>
        <p:spPr>
          <a:xfrm>
            <a:off x="1009650" y="2562225"/>
            <a:ext cx="10210800" cy="800100"/>
          </a:xfrm>
          <a:prstGeom prst="rect">
            <a:avLst/>
          </a:prstGeom>
          <a:noFill/>
          <a:ln w="0">
            <a:noFill/>
            <a:prstDash val="solid"/>
          </a:ln>
        </p:spPr>
        <p:txBody>
          <a:bodyPr anchor="ctr"/>
          <a:lstStyle/>
          <a:p>
            <a:pPr algn="ctr">
              <a:defRPr sz="2325" b="1" i="0">
                <a:solidFill>
                  <a:srgbClr val="FFFFFF"/>
                </a:solidFill>
              </a:defRPr>
            </a:pPr>
            <a:r>
              <a:rPr sz="2325" b="1" i="0">
                <a:solidFill>
                  <a:srgbClr val="FFFFFF"/>
                </a:solidFill>
              </a:rPr>
              <a:t>Were the Twelve unique eyewitnesses—or does the same apostolic office continue?</a:t>
            </a:r>
          </a:p>
        </p:txBody>
      </p:sp>
      <p:sp>
        <p:nvSpPr>
          <p:cNvPr id="9" name="Rectangle 8">
            <a:extLst>
              <a:ext uri="{FF2B5EF4-FFF2-40B4-BE49-F238E27FC236}">
                <a16:creationId xmlns:a16="http://schemas.microsoft.com/office/drawing/2014/main" id="{92C4BCD5-31B1-4BAA-93C8-8E97681C7200}"/>
              </a:ext>
            </a:extLst>
          </p:cNvPr>
          <p:cNvSpPr>
            <a:spLocks noGrp="1"/>
          </p:cNvSpPr>
          <p:nvPr/>
        </p:nvSpPr>
        <p:spPr>
          <a:xfrm>
            <a:off x="819150" y="3638550"/>
            <a:ext cx="10572750" cy="685800"/>
          </a:xfrm>
          <a:prstGeom prst="rect">
            <a:avLst/>
          </a:prstGeom>
          <a:noFill/>
          <a:ln w="0">
            <a:noFill/>
            <a:prstDash val="solid"/>
          </a:ln>
        </p:spPr>
        <p:txBody>
          <a:bodyPr anchor="ctr"/>
          <a:lstStyle/>
          <a:p>
            <a:pPr algn="ctr">
              <a:defRPr sz="1950" b="1" i="0">
                <a:solidFill>
                  <a:srgbClr val="486554"/>
                </a:solidFill>
              </a:defRPr>
            </a:pPr>
            <a:r>
              <a:rPr sz="1950" b="1" i="0">
                <a:solidFill>
                  <a:srgbClr val="486554"/>
                </a:solidFill>
              </a:rPr>
              <a:t>Judas’s replacement had to accompany Jesus’ ministry and witness His Resurrection.</a:t>
            </a:r>
          </a:p>
        </p:txBody>
      </p:sp>
      <p:sp>
        <p:nvSpPr>
          <p:cNvPr id="10" name="Oval 9">
            <a:extLst>
              <a:ext uri="{FF2B5EF4-FFF2-40B4-BE49-F238E27FC236}">
                <a16:creationId xmlns:a16="http://schemas.microsoft.com/office/drawing/2014/main" id="{17F34639-87CC-4583-89B5-6C5686D03B2D}"/>
              </a:ext>
            </a:extLst>
          </p:cNvPr>
          <p:cNvSpPr>
            <a:spLocks noGrp="1"/>
          </p:cNvSpPr>
          <p:nvPr/>
        </p:nvSpPr>
        <p:spPr>
          <a:xfrm>
            <a:off x="762000" y="4781550"/>
            <a:ext cx="133350" cy="133350"/>
          </a:xfrm>
          <a:prstGeom prst="ellipse">
            <a:avLst/>
          </a:prstGeom>
          <a:solidFill>
            <a:srgbClr val="B8872F"/>
          </a:solidFill>
          <a:ln w="0">
            <a:solidFill>
              <a:srgbClr val="B8872F"/>
            </a:solidFill>
            <a:prstDash val="solid"/>
          </a:ln>
        </p:spPr>
        <p:txBody>
          <a:bodyPr/>
          <a:lstStyle/>
          <a:p>
            <a:endParaRPr lang="en-US"/>
          </a:p>
        </p:txBody>
      </p:sp>
      <p:sp>
        <p:nvSpPr>
          <p:cNvPr id="11" name="Rectangle 10">
            <a:extLst>
              <a:ext uri="{FF2B5EF4-FFF2-40B4-BE49-F238E27FC236}">
                <a16:creationId xmlns:a16="http://schemas.microsoft.com/office/drawing/2014/main" id="{1ADBDF65-7917-4A3A-B58F-438AD7FB3EBD}"/>
              </a:ext>
            </a:extLst>
          </p:cNvPr>
          <p:cNvSpPr>
            <a:spLocks noGrp="1"/>
          </p:cNvSpPr>
          <p:nvPr/>
        </p:nvSpPr>
        <p:spPr>
          <a:xfrm>
            <a:off x="1066800" y="4457700"/>
            <a:ext cx="10287000" cy="781050"/>
          </a:xfrm>
          <a:prstGeom prst="rect">
            <a:avLst/>
          </a:prstGeom>
          <a:noFill/>
          <a:ln w="0">
            <a:noFill/>
            <a:prstDash val="solid"/>
          </a:ln>
        </p:spPr>
        <p:txBody>
          <a:bodyPr anchor="ctr"/>
          <a:lstStyle/>
          <a:p>
            <a:pPr algn="l">
              <a:defRPr sz="2100" b="0" i="0">
                <a:solidFill>
                  <a:srgbClr val="17232B"/>
                </a:solidFill>
              </a:defRPr>
            </a:pPr>
            <a:r>
              <a:rPr sz="2100" b="0" i="0">
                <a:solidFill>
                  <a:srgbClr val="17232B"/>
                </a:solidFill>
              </a:rPr>
              <a:t>Could anyone meet those qualifications today?</a:t>
            </a:r>
          </a:p>
        </p:txBody>
      </p:sp>
      <p:sp>
        <p:nvSpPr>
          <p:cNvPr id="12" name="Oval 11">
            <a:extLst>
              <a:ext uri="{FF2B5EF4-FFF2-40B4-BE49-F238E27FC236}">
                <a16:creationId xmlns:a16="http://schemas.microsoft.com/office/drawing/2014/main" id="{390F59DB-39FC-4505-8B82-CEB207F95766}"/>
              </a:ext>
            </a:extLst>
          </p:cNvPr>
          <p:cNvSpPr>
            <a:spLocks noGrp="1"/>
          </p:cNvSpPr>
          <p:nvPr/>
        </p:nvSpPr>
        <p:spPr>
          <a:xfrm>
            <a:off x="762000" y="5562600"/>
            <a:ext cx="133350" cy="133350"/>
          </a:xfrm>
          <a:prstGeom prst="ellipse">
            <a:avLst/>
          </a:prstGeom>
          <a:solidFill>
            <a:srgbClr val="B8872F"/>
          </a:solidFill>
          <a:ln w="0">
            <a:solidFill>
              <a:srgbClr val="B8872F"/>
            </a:solidFill>
            <a:prstDash val="solid"/>
          </a:ln>
        </p:spPr>
        <p:txBody>
          <a:bodyPr/>
          <a:lstStyle/>
          <a:p>
            <a:endParaRPr lang="en-US"/>
          </a:p>
        </p:txBody>
      </p:sp>
      <p:sp>
        <p:nvSpPr>
          <p:cNvPr id="13" name="Rectangle 12">
            <a:extLst>
              <a:ext uri="{FF2B5EF4-FFF2-40B4-BE49-F238E27FC236}">
                <a16:creationId xmlns:a16="http://schemas.microsoft.com/office/drawing/2014/main" id="{5F9A6592-1A28-4A38-92A8-A9A0E5ABDB17}"/>
              </a:ext>
            </a:extLst>
          </p:cNvPr>
          <p:cNvSpPr>
            <a:spLocks noGrp="1"/>
          </p:cNvSpPr>
          <p:nvPr/>
        </p:nvSpPr>
        <p:spPr>
          <a:xfrm>
            <a:off x="1066800" y="5238750"/>
            <a:ext cx="10287000" cy="781050"/>
          </a:xfrm>
          <a:prstGeom prst="rect">
            <a:avLst/>
          </a:prstGeom>
          <a:noFill/>
          <a:ln w="0">
            <a:noFill/>
            <a:prstDash val="solid"/>
          </a:ln>
        </p:spPr>
        <p:txBody>
          <a:bodyPr anchor="ctr"/>
          <a:lstStyle/>
          <a:p>
            <a:pPr algn="l">
              <a:defRPr sz="2100" b="0" i="0">
                <a:solidFill>
                  <a:srgbClr val="17232B"/>
                </a:solidFill>
              </a:defRPr>
            </a:pPr>
            <a:r>
              <a:rPr sz="2100" b="0" i="0">
                <a:solidFill>
                  <a:srgbClr val="17232B"/>
                </a:solidFill>
              </a:rPr>
              <a:t>Why does the New Testament call some other people apostles?</a:t>
            </a:r>
          </a:p>
        </p:txBody>
      </p:sp>
      <p:sp>
        <p:nvSpPr>
          <p:cNvPr id="14" name="Oval 13">
            <a:extLst>
              <a:ext uri="{FF2B5EF4-FFF2-40B4-BE49-F238E27FC236}">
                <a16:creationId xmlns:a16="http://schemas.microsoft.com/office/drawing/2014/main" id="{A5FF4C6F-6EF8-44A1-967D-13ADACBD7534}"/>
              </a:ext>
            </a:extLst>
          </p:cNvPr>
          <p:cNvSpPr>
            <a:spLocks noGrp="1"/>
          </p:cNvSpPr>
          <p:nvPr/>
        </p:nvSpPr>
        <p:spPr>
          <a:xfrm>
            <a:off x="762000" y="6343650"/>
            <a:ext cx="133350" cy="133350"/>
          </a:xfrm>
          <a:prstGeom prst="ellipse">
            <a:avLst/>
          </a:prstGeom>
          <a:solidFill>
            <a:srgbClr val="B8872F"/>
          </a:solidFill>
          <a:ln w="0">
            <a:solidFill>
              <a:srgbClr val="B8872F"/>
            </a:solidFill>
            <a:prstDash val="solid"/>
          </a:ln>
        </p:spPr>
        <p:txBody>
          <a:bodyPr/>
          <a:lstStyle/>
          <a:p>
            <a:endParaRPr lang="en-US"/>
          </a:p>
        </p:txBody>
      </p:sp>
      <p:sp>
        <p:nvSpPr>
          <p:cNvPr id="15" name="Rectangle 14">
            <a:extLst>
              <a:ext uri="{FF2B5EF4-FFF2-40B4-BE49-F238E27FC236}">
                <a16:creationId xmlns:a16="http://schemas.microsoft.com/office/drawing/2014/main" id="{AEA23942-AB8D-42E3-B210-D5EF70F1F0AC}"/>
              </a:ext>
            </a:extLst>
          </p:cNvPr>
          <p:cNvSpPr>
            <a:spLocks noGrp="1"/>
          </p:cNvSpPr>
          <p:nvPr/>
        </p:nvSpPr>
        <p:spPr>
          <a:xfrm>
            <a:off x="1066800" y="6019800"/>
            <a:ext cx="10287000" cy="781050"/>
          </a:xfrm>
          <a:prstGeom prst="rect">
            <a:avLst/>
          </a:prstGeom>
          <a:noFill/>
          <a:ln w="0">
            <a:noFill/>
            <a:prstDash val="solid"/>
          </a:ln>
        </p:spPr>
        <p:txBody>
          <a:bodyPr anchor="ctr"/>
          <a:lstStyle/>
          <a:p>
            <a:pPr algn="l">
              <a:defRPr sz="2100" b="0" i="0">
                <a:solidFill>
                  <a:srgbClr val="17232B"/>
                </a:solidFill>
              </a:defRPr>
            </a:pPr>
            <a:r>
              <a:rPr sz="2100" b="0" i="0">
                <a:solidFill>
                  <a:srgbClr val="17232B"/>
                </a:solidFill>
              </a:rPr>
              <a:t>Is a modern missionary the same kind of apostle as one of the Twelve?</a:t>
            </a:r>
          </a:p>
        </p:txBody>
      </p:sp>
    </p:spTree>
    <p:extLst>
      <p:ext uri="{BB962C8B-B14F-4D97-AF65-F5344CB8AC3E}">
        <p14:creationId xmlns:p14="http://schemas.microsoft.com/office/powerpoint/2010/main" val="2759150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2E8"/>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B86CD0D8-79A3-43D4-B37E-3852E3574EA9}"/>
              </a:ext>
            </a:extLst>
          </p:cNvPr>
          <p:cNvSpPr>
            <a:spLocks noGrp="1"/>
          </p:cNvSpPr>
          <p:nvPr/>
        </p:nvSpPr>
        <p:spPr>
          <a:xfrm>
            <a:off x="0" y="0"/>
            <a:ext cx="12192000" cy="114300"/>
          </a:xfrm>
          <a:prstGeom prst="rect">
            <a:avLst/>
          </a:prstGeom>
          <a:solidFill>
            <a:srgbClr val="486554"/>
          </a:solidFill>
          <a:ln w="0">
            <a:solidFill>
              <a:srgbClr val="486554"/>
            </a:solidFill>
            <a:prstDash val="solid"/>
          </a:ln>
        </p:spPr>
        <p:txBody>
          <a:bodyPr/>
          <a:lstStyle/>
          <a:p>
            <a:endParaRPr lang="en-US"/>
          </a:p>
        </p:txBody>
      </p:sp>
      <p:sp>
        <p:nvSpPr>
          <p:cNvPr id="2" name="Rectangle 1">
            <a:extLst>
              <a:ext uri="{FF2B5EF4-FFF2-40B4-BE49-F238E27FC236}">
                <a16:creationId xmlns:a16="http://schemas.microsoft.com/office/drawing/2014/main" id="{5707E49C-F559-49F8-8B62-80B18F23D9BE}"/>
              </a:ext>
            </a:extLst>
          </p:cNvPr>
          <p:cNvSpPr>
            <a:spLocks noGrp="1"/>
          </p:cNvSpPr>
          <p:nvPr/>
        </p:nvSpPr>
        <p:spPr>
          <a:xfrm>
            <a:off x="723900" y="304800"/>
            <a:ext cx="5334000" cy="285750"/>
          </a:xfrm>
          <a:prstGeom prst="rect">
            <a:avLst/>
          </a:prstGeom>
          <a:noFill/>
          <a:ln w="0">
            <a:noFill/>
            <a:prstDash val="solid"/>
          </a:ln>
        </p:spPr>
        <p:txBody>
          <a:bodyPr anchor="ctr"/>
          <a:lstStyle/>
          <a:p>
            <a:pPr algn="l">
              <a:defRPr sz="1350" b="1" i="0">
                <a:solidFill>
                  <a:srgbClr val="486554"/>
                </a:solidFill>
              </a:defRPr>
            </a:pPr>
            <a:r>
              <a:rPr sz="1350" b="1" i="0">
                <a:solidFill>
                  <a:srgbClr val="486554"/>
                </a:solidFill>
              </a:rPr>
              <a:t>QUESTION 7 • ANSWER</a:t>
            </a:r>
          </a:p>
        </p:txBody>
      </p:sp>
      <p:sp>
        <p:nvSpPr>
          <p:cNvPr id="3" name="Rectangle 2">
            <a:extLst>
              <a:ext uri="{FF2B5EF4-FFF2-40B4-BE49-F238E27FC236}">
                <a16:creationId xmlns:a16="http://schemas.microsoft.com/office/drawing/2014/main" id="{7CCB85F7-1CD1-4454-857C-17FE6791082F}"/>
              </a:ext>
            </a:extLst>
          </p:cNvPr>
          <p:cNvSpPr>
            <a:spLocks noGrp="1"/>
          </p:cNvSpPr>
          <p:nvPr/>
        </p:nvSpPr>
        <p:spPr>
          <a:xfrm>
            <a:off x="10991850" y="304800"/>
            <a:ext cx="514350" cy="285750"/>
          </a:xfrm>
          <a:prstGeom prst="rect">
            <a:avLst/>
          </a:prstGeom>
          <a:noFill/>
          <a:ln w="0">
            <a:noFill/>
            <a:prstDash val="solid"/>
          </a:ln>
        </p:spPr>
        <p:txBody>
          <a:bodyPr anchor="ctr"/>
          <a:lstStyle/>
          <a:p>
            <a:pPr algn="r">
              <a:defRPr sz="1350" b="1" i="0">
                <a:solidFill>
                  <a:srgbClr val="486554"/>
                </a:solidFill>
              </a:defRPr>
            </a:pPr>
            <a:r>
              <a:rPr sz="1350" b="1" i="0">
                <a:solidFill>
                  <a:srgbClr val="486554"/>
                </a:solidFill>
              </a:rPr>
              <a:t>17</a:t>
            </a:r>
          </a:p>
        </p:txBody>
      </p:sp>
      <p:sp>
        <p:nvSpPr>
          <p:cNvPr id="4" name="Rectangle 3">
            <a:extLst>
              <a:ext uri="{FF2B5EF4-FFF2-40B4-BE49-F238E27FC236}">
                <a16:creationId xmlns:a16="http://schemas.microsoft.com/office/drawing/2014/main" id="{A650565D-73F7-4DB8-B86B-E4A17EF6F895}"/>
              </a:ext>
            </a:extLst>
          </p:cNvPr>
          <p:cNvSpPr>
            <a:spLocks noGrp="1"/>
          </p:cNvSpPr>
          <p:nvPr/>
        </p:nvSpPr>
        <p:spPr>
          <a:xfrm>
            <a:off x="723900" y="733425"/>
            <a:ext cx="10782300" cy="19050"/>
          </a:xfrm>
          <a:prstGeom prst="rect">
            <a:avLst/>
          </a:prstGeom>
          <a:solidFill>
            <a:srgbClr val="E2E9E3"/>
          </a:solidFill>
          <a:ln w="0">
            <a:solidFill>
              <a:srgbClr val="E2E9E3"/>
            </a:solidFill>
            <a:prstDash val="solid"/>
          </a:ln>
        </p:spPr>
        <p:txBody>
          <a:bodyPr/>
          <a:lstStyle/>
          <a:p>
            <a:endParaRPr lang="en-US"/>
          </a:p>
        </p:txBody>
      </p:sp>
      <p:sp>
        <p:nvSpPr>
          <p:cNvPr id="5" name="Rectangle 4">
            <a:extLst>
              <a:ext uri="{FF2B5EF4-FFF2-40B4-BE49-F238E27FC236}">
                <a16:creationId xmlns:a16="http://schemas.microsoft.com/office/drawing/2014/main" id="{2977DBD3-B2F8-4162-B604-26ADD7BB3DF1}"/>
              </a:ext>
            </a:extLst>
          </p:cNvPr>
          <p:cNvSpPr>
            <a:spLocks noGrp="1"/>
          </p:cNvSpPr>
          <p:nvPr/>
        </p:nvSpPr>
        <p:spPr>
          <a:xfrm>
            <a:off x="723900" y="895350"/>
            <a:ext cx="10782300" cy="723900"/>
          </a:xfrm>
          <a:prstGeom prst="rect">
            <a:avLst/>
          </a:prstGeom>
          <a:noFill/>
          <a:ln w="0">
            <a:noFill/>
            <a:prstDash val="solid"/>
          </a:ln>
        </p:spPr>
        <p:txBody>
          <a:bodyPr anchor="ctr"/>
          <a:lstStyle/>
          <a:p>
            <a:pPr algn="l">
              <a:defRPr sz="2700" b="1" i="0">
                <a:solidFill>
                  <a:srgbClr val="132A3A"/>
                </a:solidFill>
              </a:defRPr>
            </a:pPr>
            <a:r>
              <a:rPr sz="2700" b="1" i="0">
                <a:solidFill>
                  <a:srgbClr val="132A3A"/>
                </a:solidFill>
              </a:rPr>
              <a:t>Question 7 — Suggested Response</a:t>
            </a:r>
          </a:p>
        </p:txBody>
      </p:sp>
      <p:sp>
        <p:nvSpPr>
          <p:cNvPr id="6" name="Rectangle 5">
            <a:extLst>
              <a:ext uri="{FF2B5EF4-FFF2-40B4-BE49-F238E27FC236}">
                <a16:creationId xmlns:a16="http://schemas.microsoft.com/office/drawing/2014/main" id="{6D0C554B-7593-47D4-BC5E-437979C0247C}"/>
              </a:ext>
            </a:extLst>
          </p:cNvPr>
          <p:cNvSpPr>
            <a:spLocks noGrp="1"/>
          </p:cNvSpPr>
          <p:nvPr/>
        </p:nvSpPr>
        <p:spPr>
          <a:xfrm>
            <a:off x="742950" y="1847850"/>
            <a:ext cx="66675" cy="1066800"/>
          </a:xfrm>
          <a:prstGeom prst="rect">
            <a:avLst/>
          </a:prstGeom>
          <a:solidFill>
            <a:srgbClr val="486554"/>
          </a:solidFill>
          <a:ln w="0">
            <a:solidFill>
              <a:srgbClr val="486554"/>
            </a:solidFill>
            <a:prstDash val="solid"/>
          </a:ln>
        </p:spPr>
        <p:txBody>
          <a:bodyPr/>
          <a:lstStyle/>
          <a:p>
            <a:endParaRPr lang="en-US"/>
          </a:p>
        </p:txBody>
      </p:sp>
      <p:sp>
        <p:nvSpPr>
          <p:cNvPr id="7" name="Rectangle 6">
            <a:extLst>
              <a:ext uri="{FF2B5EF4-FFF2-40B4-BE49-F238E27FC236}">
                <a16:creationId xmlns:a16="http://schemas.microsoft.com/office/drawing/2014/main" id="{61BCE7BA-79D5-41FF-AF16-57864E9E6CAC}"/>
              </a:ext>
            </a:extLst>
          </p:cNvPr>
          <p:cNvSpPr>
            <a:spLocks noGrp="1"/>
          </p:cNvSpPr>
          <p:nvPr/>
        </p:nvSpPr>
        <p:spPr>
          <a:xfrm>
            <a:off x="1028700" y="1847850"/>
            <a:ext cx="10287000" cy="1066800"/>
          </a:xfrm>
          <a:prstGeom prst="rect">
            <a:avLst/>
          </a:prstGeom>
          <a:noFill/>
          <a:ln w="0">
            <a:noFill/>
            <a:prstDash val="solid"/>
          </a:ln>
        </p:spPr>
        <p:txBody>
          <a:bodyPr anchor="ctr"/>
          <a:lstStyle/>
          <a:p>
            <a:pPr algn="l">
              <a:defRPr sz="2100" b="1" i="0">
                <a:solidFill>
                  <a:srgbClr val="132A3A"/>
                </a:solidFill>
              </a:defRPr>
            </a:pPr>
            <a:r>
              <a:rPr sz="2100" b="1" i="0">
                <a:solidFill>
                  <a:srgbClr val="132A3A"/>
                </a:solidFill>
              </a:rPr>
              <a:t>How did Peter describe the chief function of an apostle (see 1:22)? What were the qualifications of such a person (see 1:21–22)?</a:t>
            </a:r>
          </a:p>
        </p:txBody>
      </p:sp>
      <p:sp>
        <p:nvSpPr>
          <p:cNvPr id="8" name="Oval 7">
            <a:extLst>
              <a:ext uri="{FF2B5EF4-FFF2-40B4-BE49-F238E27FC236}">
                <a16:creationId xmlns:a16="http://schemas.microsoft.com/office/drawing/2014/main" id="{D9BABF99-C239-426C-809A-8900165598BC}"/>
              </a:ext>
            </a:extLst>
          </p:cNvPr>
          <p:cNvSpPr>
            <a:spLocks noGrp="1"/>
          </p:cNvSpPr>
          <p:nvPr/>
        </p:nvSpPr>
        <p:spPr>
          <a:xfrm>
            <a:off x="762000" y="3467100"/>
            <a:ext cx="133350" cy="133350"/>
          </a:xfrm>
          <a:prstGeom prst="ellipse">
            <a:avLst/>
          </a:prstGeom>
          <a:solidFill>
            <a:srgbClr val="B8872F"/>
          </a:solidFill>
          <a:ln w="0">
            <a:solidFill>
              <a:srgbClr val="B8872F"/>
            </a:solidFill>
            <a:prstDash val="solid"/>
          </a:ln>
        </p:spPr>
        <p:txBody>
          <a:bodyPr/>
          <a:lstStyle/>
          <a:p>
            <a:endParaRPr lang="en-US"/>
          </a:p>
        </p:txBody>
      </p:sp>
      <p:sp>
        <p:nvSpPr>
          <p:cNvPr id="9" name="Rectangle 8">
            <a:extLst>
              <a:ext uri="{FF2B5EF4-FFF2-40B4-BE49-F238E27FC236}">
                <a16:creationId xmlns:a16="http://schemas.microsoft.com/office/drawing/2014/main" id="{284A57B6-B32E-4C78-9029-9710B5D8CCA3}"/>
              </a:ext>
            </a:extLst>
          </p:cNvPr>
          <p:cNvSpPr>
            <a:spLocks noGrp="1"/>
          </p:cNvSpPr>
          <p:nvPr/>
        </p:nvSpPr>
        <p:spPr>
          <a:xfrm>
            <a:off x="1066800" y="3143250"/>
            <a:ext cx="10287000" cy="781050"/>
          </a:xfrm>
          <a:prstGeom prst="rect">
            <a:avLst/>
          </a:prstGeom>
          <a:noFill/>
          <a:ln w="0">
            <a:noFill/>
            <a:prstDash val="solid"/>
          </a:ln>
        </p:spPr>
        <p:txBody>
          <a:bodyPr anchor="ctr"/>
          <a:lstStyle/>
          <a:p>
            <a:pPr algn="l">
              <a:defRPr sz="2100" b="0" i="0">
                <a:solidFill>
                  <a:srgbClr val="17232B"/>
                </a:solidFill>
              </a:defRPr>
            </a:pPr>
            <a:r>
              <a:rPr sz="2100" b="0" i="0">
                <a:solidFill>
                  <a:srgbClr val="17232B"/>
                </a:solidFill>
              </a:rPr>
              <a:t>Chief function: to testify as a witness of Jesus’ resurrection.</a:t>
            </a:r>
          </a:p>
        </p:txBody>
      </p:sp>
      <p:sp>
        <p:nvSpPr>
          <p:cNvPr id="10" name="Oval 9">
            <a:extLst>
              <a:ext uri="{FF2B5EF4-FFF2-40B4-BE49-F238E27FC236}">
                <a16:creationId xmlns:a16="http://schemas.microsoft.com/office/drawing/2014/main" id="{79572E66-831F-4FF5-9A3E-0B3395904A3F}"/>
              </a:ext>
            </a:extLst>
          </p:cNvPr>
          <p:cNvSpPr>
            <a:spLocks noGrp="1"/>
          </p:cNvSpPr>
          <p:nvPr/>
        </p:nvSpPr>
        <p:spPr>
          <a:xfrm>
            <a:off x="762000" y="4248150"/>
            <a:ext cx="133350" cy="133350"/>
          </a:xfrm>
          <a:prstGeom prst="ellipse">
            <a:avLst/>
          </a:prstGeom>
          <a:solidFill>
            <a:srgbClr val="B8872F"/>
          </a:solidFill>
          <a:ln w="0">
            <a:solidFill>
              <a:srgbClr val="B8872F"/>
            </a:solidFill>
            <a:prstDash val="solid"/>
          </a:ln>
        </p:spPr>
        <p:txBody>
          <a:bodyPr/>
          <a:lstStyle/>
          <a:p>
            <a:endParaRPr lang="en-US"/>
          </a:p>
        </p:txBody>
      </p:sp>
      <p:sp>
        <p:nvSpPr>
          <p:cNvPr id="11" name="Rectangle 10">
            <a:extLst>
              <a:ext uri="{FF2B5EF4-FFF2-40B4-BE49-F238E27FC236}">
                <a16:creationId xmlns:a16="http://schemas.microsoft.com/office/drawing/2014/main" id="{957E9618-AAAE-4851-9CA0-47B22CFEB649}"/>
              </a:ext>
            </a:extLst>
          </p:cNvPr>
          <p:cNvSpPr>
            <a:spLocks noGrp="1"/>
          </p:cNvSpPr>
          <p:nvPr/>
        </p:nvSpPr>
        <p:spPr>
          <a:xfrm>
            <a:off x="1066800" y="3924300"/>
            <a:ext cx="10287000" cy="781050"/>
          </a:xfrm>
          <a:prstGeom prst="rect">
            <a:avLst/>
          </a:prstGeom>
          <a:noFill/>
          <a:ln w="0">
            <a:noFill/>
            <a:prstDash val="solid"/>
          </a:ln>
        </p:spPr>
        <p:txBody>
          <a:bodyPr anchor="ctr"/>
          <a:lstStyle/>
          <a:p>
            <a:pPr algn="l">
              <a:defRPr sz="2100" b="0" i="0">
                <a:solidFill>
                  <a:srgbClr val="17232B"/>
                </a:solidFill>
              </a:defRPr>
            </a:pPr>
            <a:r>
              <a:rPr sz="2100" b="0" i="0">
                <a:solidFill>
                  <a:srgbClr val="17232B"/>
                </a:solidFill>
              </a:rPr>
              <a:t>He had accompanied Jesus’ followers from John’s baptism onward.</a:t>
            </a:r>
          </a:p>
        </p:txBody>
      </p:sp>
      <p:sp>
        <p:nvSpPr>
          <p:cNvPr id="12" name="Oval 11">
            <a:extLst>
              <a:ext uri="{FF2B5EF4-FFF2-40B4-BE49-F238E27FC236}">
                <a16:creationId xmlns:a16="http://schemas.microsoft.com/office/drawing/2014/main" id="{DEDB2277-1C18-4D46-B333-0373A09E6951}"/>
              </a:ext>
            </a:extLst>
          </p:cNvPr>
          <p:cNvSpPr>
            <a:spLocks noGrp="1"/>
          </p:cNvSpPr>
          <p:nvPr/>
        </p:nvSpPr>
        <p:spPr>
          <a:xfrm>
            <a:off x="762000" y="5029200"/>
            <a:ext cx="133350" cy="133350"/>
          </a:xfrm>
          <a:prstGeom prst="ellipse">
            <a:avLst/>
          </a:prstGeom>
          <a:solidFill>
            <a:srgbClr val="B8872F"/>
          </a:solidFill>
          <a:ln w="0">
            <a:solidFill>
              <a:srgbClr val="B8872F"/>
            </a:solidFill>
            <a:prstDash val="solid"/>
          </a:ln>
        </p:spPr>
        <p:txBody>
          <a:bodyPr/>
          <a:lstStyle/>
          <a:p>
            <a:endParaRPr lang="en-US"/>
          </a:p>
        </p:txBody>
      </p:sp>
      <p:sp>
        <p:nvSpPr>
          <p:cNvPr id="13" name="Rectangle 12">
            <a:extLst>
              <a:ext uri="{FF2B5EF4-FFF2-40B4-BE49-F238E27FC236}">
                <a16:creationId xmlns:a16="http://schemas.microsoft.com/office/drawing/2014/main" id="{85BEE28C-847A-46DD-81BB-3A6E0DFB979C}"/>
              </a:ext>
            </a:extLst>
          </p:cNvPr>
          <p:cNvSpPr>
            <a:spLocks noGrp="1"/>
          </p:cNvSpPr>
          <p:nvPr/>
        </p:nvSpPr>
        <p:spPr>
          <a:xfrm>
            <a:off x="1066800" y="4705350"/>
            <a:ext cx="10287000" cy="781050"/>
          </a:xfrm>
          <a:prstGeom prst="rect">
            <a:avLst/>
          </a:prstGeom>
          <a:noFill/>
          <a:ln w="0">
            <a:noFill/>
            <a:prstDash val="solid"/>
          </a:ln>
        </p:spPr>
        <p:txBody>
          <a:bodyPr anchor="ctr"/>
          <a:lstStyle/>
          <a:p>
            <a:pPr algn="l">
              <a:defRPr sz="2100" b="0" i="0">
                <a:solidFill>
                  <a:srgbClr val="17232B"/>
                </a:solidFill>
              </a:defRPr>
            </a:pPr>
            <a:r>
              <a:rPr sz="2100" b="0" i="0">
                <a:solidFill>
                  <a:srgbClr val="17232B"/>
                </a:solidFill>
              </a:rPr>
              <a:t>He had remained through the Ascension and could join the apostolic witness.</a:t>
            </a:r>
          </a:p>
        </p:txBody>
      </p:sp>
    </p:spTree>
    <p:extLst>
      <p:ext uri="{BB962C8B-B14F-4D97-AF65-F5344CB8AC3E}">
        <p14:creationId xmlns:p14="http://schemas.microsoft.com/office/powerpoint/2010/main" val="7315951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7F2E8"/>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501A923-76A6-4A3F-B34C-DEA31035C9E8}"/>
              </a:ext>
            </a:extLst>
          </p:cNvPr>
          <p:cNvSpPr>
            <a:spLocks noGrp="1"/>
          </p:cNvSpPr>
          <p:nvPr/>
        </p:nvSpPr>
        <p:spPr>
          <a:xfrm>
            <a:off x="0" y="0"/>
            <a:ext cx="12192000" cy="114300"/>
          </a:xfrm>
          <a:prstGeom prst="rect">
            <a:avLst/>
          </a:prstGeom>
          <a:solidFill>
            <a:srgbClr val="B8872F"/>
          </a:solidFill>
          <a:ln w="0">
            <a:solidFill>
              <a:srgbClr val="B8872F"/>
            </a:solidFill>
            <a:prstDash val="solid"/>
          </a:ln>
        </p:spPr>
        <p:txBody>
          <a:bodyPr/>
          <a:lstStyle/>
          <a:p>
            <a:endParaRPr lang="en-US"/>
          </a:p>
        </p:txBody>
      </p:sp>
      <p:sp>
        <p:nvSpPr>
          <p:cNvPr id="2" name="Rectangle 1">
            <a:extLst>
              <a:ext uri="{FF2B5EF4-FFF2-40B4-BE49-F238E27FC236}">
                <a16:creationId xmlns:a16="http://schemas.microsoft.com/office/drawing/2014/main" id="{DDF20EB5-4A33-477B-BF6D-CC699A493A55}"/>
              </a:ext>
            </a:extLst>
          </p:cNvPr>
          <p:cNvSpPr>
            <a:spLocks noGrp="1"/>
          </p:cNvSpPr>
          <p:nvPr/>
        </p:nvSpPr>
        <p:spPr>
          <a:xfrm>
            <a:off x="723900" y="304800"/>
            <a:ext cx="5334000" cy="285750"/>
          </a:xfrm>
          <a:prstGeom prst="rect">
            <a:avLst/>
          </a:prstGeom>
          <a:noFill/>
          <a:ln w="0">
            <a:noFill/>
            <a:prstDash val="solid"/>
          </a:ln>
        </p:spPr>
        <p:txBody>
          <a:bodyPr anchor="ctr"/>
          <a:lstStyle/>
          <a:p>
            <a:pPr algn="l">
              <a:defRPr sz="1350" b="1" i="0">
                <a:solidFill>
                  <a:srgbClr val="486554"/>
                </a:solidFill>
              </a:defRPr>
            </a:pPr>
            <a:r>
              <a:rPr sz="1350" b="1" i="0">
                <a:solidFill>
                  <a:srgbClr val="486554"/>
                </a:solidFill>
              </a:rPr>
              <a:t>QUESTION 8</a:t>
            </a:r>
          </a:p>
        </p:txBody>
      </p:sp>
      <p:sp>
        <p:nvSpPr>
          <p:cNvPr id="3" name="Rectangle 2">
            <a:extLst>
              <a:ext uri="{FF2B5EF4-FFF2-40B4-BE49-F238E27FC236}">
                <a16:creationId xmlns:a16="http://schemas.microsoft.com/office/drawing/2014/main" id="{DC2D736A-A513-46F6-9890-9416E4BBF500}"/>
              </a:ext>
            </a:extLst>
          </p:cNvPr>
          <p:cNvSpPr>
            <a:spLocks noGrp="1"/>
          </p:cNvSpPr>
          <p:nvPr/>
        </p:nvSpPr>
        <p:spPr>
          <a:xfrm>
            <a:off x="10991850" y="304800"/>
            <a:ext cx="514350" cy="285750"/>
          </a:xfrm>
          <a:prstGeom prst="rect">
            <a:avLst/>
          </a:prstGeom>
          <a:noFill/>
          <a:ln w="0">
            <a:noFill/>
            <a:prstDash val="solid"/>
          </a:ln>
        </p:spPr>
        <p:txBody>
          <a:bodyPr anchor="ctr"/>
          <a:lstStyle/>
          <a:p>
            <a:pPr algn="r">
              <a:defRPr sz="1350" b="1" i="0">
                <a:solidFill>
                  <a:srgbClr val="486554"/>
                </a:solidFill>
              </a:defRPr>
            </a:pPr>
            <a:r>
              <a:rPr sz="1350" b="1" i="0">
                <a:solidFill>
                  <a:srgbClr val="486554"/>
                </a:solidFill>
              </a:rPr>
              <a:t>18</a:t>
            </a:r>
          </a:p>
        </p:txBody>
      </p:sp>
      <p:sp>
        <p:nvSpPr>
          <p:cNvPr id="4" name="Rectangle 3">
            <a:extLst>
              <a:ext uri="{FF2B5EF4-FFF2-40B4-BE49-F238E27FC236}">
                <a16:creationId xmlns:a16="http://schemas.microsoft.com/office/drawing/2014/main" id="{3991A157-4843-49C7-9277-5C552857CCAA}"/>
              </a:ext>
            </a:extLst>
          </p:cNvPr>
          <p:cNvSpPr>
            <a:spLocks noGrp="1"/>
          </p:cNvSpPr>
          <p:nvPr/>
        </p:nvSpPr>
        <p:spPr>
          <a:xfrm>
            <a:off x="723900" y="733425"/>
            <a:ext cx="10782300" cy="19050"/>
          </a:xfrm>
          <a:prstGeom prst="rect">
            <a:avLst/>
          </a:prstGeom>
          <a:solidFill>
            <a:srgbClr val="E2E9E3"/>
          </a:solidFill>
          <a:ln w="0">
            <a:solidFill>
              <a:srgbClr val="E2E9E3"/>
            </a:solidFill>
            <a:prstDash val="solid"/>
          </a:ln>
        </p:spPr>
        <p:txBody>
          <a:bodyPr/>
          <a:lstStyle/>
          <a:p>
            <a:endParaRPr lang="en-US"/>
          </a:p>
        </p:txBody>
      </p:sp>
      <p:sp>
        <p:nvSpPr>
          <p:cNvPr id="5" name="Rectangle 4">
            <a:extLst>
              <a:ext uri="{FF2B5EF4-FFF2-40B4-BE49-F238E27FC236}">
                <a16:creationId xmlns:a16="http://schemas.microsoft.com/office/drawing/2014/main" id="{7D34945C-1CFA-4240-A295-D9308ABAB088}"/>
              </a:ext>
            </a:extLst>
          </p:cNvPr>
          <p:cNvSpPr>
            <a:spLocks noGrp="1"/>
          </p:cNvSpPr>
          <p:nvPr/>
        </p:nvSpPr>
        <p:spPr>
          <a:xfrm>
            <a:off x="723900" y="904875"/>
            <a:ext cx="10763250" cy="742950"/>
          </a:xfrm>
          <a:prstGeom prst="rect">
            <a:avLst/>
          </a:prstGeom>
          <a:noFill/>
          <a:ln w="0">
            <a:noFill/>
            <a:prstDash val="solid"/>
          </a:ln>
        </p:spPr>
        <p:txBody>
          <a:bodyPr anchor="ctr"/>
          <a:lstStyle/>
          <a:p>
            <a:pPr algn="l">
              <a:defRPr sz="2700" b="1" i="0">
                <a:solidFill>
                  <a:srgbClr val="132A3A"/>
                </a:solidFill>
              </a:defRPr>
            </a:pPr>
            <a:r>
              <a:rPr sz="2700" b="1" i="0">
                <a:solidFill>
                  <a:srgbClr val="132A3A"/>
                </a:solidFill>
              </a:rPr>
              <a:t>Question 8</a:t>
            </a:r>
          </a:p>
        </p:txBody>
      </p:sp>
      <p:sp>
        <p:nvSpPr>
          <p:cNvPr id="6" name="Rectangle 5">
            <a:extLst>
              <a:ext uri="{FF2B5EF4-FFF2-40B4-BE49-F238E27FC236}">
                <a16:creationId xmlns:a16="http://schemas.microsoft.com/office/drawing/2014/main" id="{1BFA3803-B8A3-46E8-9189-409053D4C4B9}"/>
              </a:ext>
            </a:extLst>
          </p:cNvPr>
          <p:cNvSpPr>
            <a:spLocks noGrp="1"/>
          </p:cNvSpPr>
          <p:nvPr/>
        </p:nvSpPr>
        <p:spPr>
          <a:xfrm>
            <a:off x="742950" y="1952625"/>
            <a:ext cx="66675" cy="2143125"/>
          </a:xfrm>
          <a:prstGeom prst="rect">
            <a:avLst/>
          </a:prstGeom>
          <a:solidFill>
            <a:srgbClr val="B8872F"/>
          </a:solidFill>
          <a:ln w="0">
            <a:solidFill>
              <a:srgbClr val="B8872F"/>
            </a:solidFill>
            <a:prstDash val="solid"/>
          </a:ln>
        </p:spPr>
        <p:txBody>
          <a:bodyPr/>
          <a:lstStyle/>
          <a:p>
            <a:endParaRPr lang="en-US"/>
          </a:p>
        </p:txBody>
      </p:sp>
      <p:sp>
        <p:nvSpPr>
          <p:cNvPr id="7" name="Rectangle 6">
            <a:extLst>
              <a:ext uri="{FF2B5EF4-FFF2-40B4-BE49-F238E27FC236}">
                <a16:creationId xmlns:a16="http://schemas.microsoft.com/office/drawing/2014/main" id="{6C05D127-B15B-40B6-82F6-51DAB5AF8424}"/>
              </a:ext>
            </a:extLst>
          </p:cNvPr>
          <p:cNvSpPr>
            <a:spLocks noGrp="1"/>
          </p:cNvSpPr>
          <p:nvPr/>
        </p:nvSpPr>
        <p:spPr>
          <a:xfrm>
            <a:off x="1028700" y="1952625"/>
            <a:ext cx="10287000" cy="2143125"/>
          </a:xfrm>
          <a:prstGeom prst="rect">
            <a:avLst/>
          </a:prstGeom>
          <a:noFill/>
          <a:ln w="0">
            <a:noFill/>
            <a:prstDash val="solid"/>
          </a:ln>
        </p:spPr>
        <p:txBody>
          <a:bodyPr anchor="t"/>
          <a:lstStyle/>
          <a:p>
            <a:pPr algn="l">
              <a:defRPr sz="2700" b="1" i="0">
                <a:solidFill>
                  <a:srgbClr val="132A3A"/>
                </a:solidFill>
              </a:defRPr>
            </a:pPr>
            <a:r>
              <a:rPr sz="2700" b="1" i="0">
                <a:solidFill>
                  <a:srgbClr val="132A3A"/>
                </a:solidFill>
              </a:rPr>
              <a:t>a. What role did prayer have among the believers between the Ascension and Pentecost (see 1:14, 24–25)?</a:t>
            </a:r>
          </a:p>
          <a:p>
            <a:endParaRPr sz="2700" b="1" i="0">
              <a:solidFill>
                <a:srgbClr val="132A3A"/>
              </a:solidFill>
            </a:endParaRPr>
          </a:p>
          <a:p>
            <a:pPr algn="l">
              <a:defRPr sz="2700" b="1" i="0">
                <a:solidFill>
                  <a:srgbClr val="132A3A"/>
                </a:solidFill>
              </a:defRPr>
            </a:pPr>
            <a:r>
              <a:rPr sz="2700" b="1" i="0">
                <a:solidFill>
                  <a:srgbClr val="132A3A"/>
                </a:solidFill>
              </a:rPr>
              <a:t>b. How is this a model for us?</a:t>
            </a:r>
          </a:p>
        </p:txBody>
      </p:sp>
    </p:spTree>
    <p:extLst>
      <p:ext uri="{BB962C8B-B14F-4D97-AF65-F5344CB8AC3E}">
        <p14:creationId xmlns:p14="http://schemas.microsoft.com/office/powerpoint/2010/main" val="9563735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7F2E8"/>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DA98B751-29EE-4959-8A7C-F49D45BDC99C}"/>
              </a:ext>
            </a:extLst>
          </p:cNvPr>
          <p:cNvSpPr>
            <a:spLocks noGrp="1"/>
          </p:cNvSpPr>
          <p:nvPr/>
        </p:nvSpPr>
        <p:spPr>
          <a:xfrm>
            <a:off x="0" y="0"/>
            <a:ext cx="12192000" cy="114300"/>
          </a:xfrm>
          <a:prstGeom prst="rect">
            <a:avLst/>
          </a:prstGeom>
          <a:solidFill>
            <a:srgbClr val="A94D35"/>
          </a:solidFill>
          <a:ln w="0">
            <a:solidFill>
              <a:srgbClr val="A94D35"/>
            </a:solidFill>
            <a:prstDash val="solid"/>
          </a:ln>
        </p:spPr>
        <p:txBody>
          <a:bodyPr/>
          <a:lstStyle/>
          <a:p>
            <a:endParaRPr lang="en-US"/>
          </a:p>
        </p:txBody>
      </p:sp>
      <p:sp>
        <p:nvSpPr>
          <p:cNvPr id="2" name="Rectangle 1">
            <a:extLst>
              <a:ext uri="{FF2B5EF4-FFF2-40B4-BE49-F238E27FC236}">
                <a16:creationId xmlns:a16="http://schemas.microsoft.com/office/drawing/2014/main" id="{CC90B9D9-BB81-4143-818B-C2C15A3B812F}"/>
              </a:ext>
            </a:extLst>
          </p:cNvPr>
          <p:cNvSpPr>
            <a:spLocks noGrp="1"/>
          </p:cNvSpPr>
          <p:nvPr/>
        </p:nvSpPr>
        <p:spPr>
          <a:xfrm>
            <a:off x="723900" y="304800"/>
            <a:ext cx="5334000" cy="285750"/>
          </a:xfrm>
          <a:prstGeom prst="rect">
            <a:avLst/>
          </a:prstGeom>
          <a:noFill/>
          <a:ln w="0">
            <a:noFill/>
            <a:prstDash val="solid"/>
          </a:ln>
        </p:spPr>
        <p:txBody>
          <a:bodyPr anchor="ctr"/>
          <a:lstStyle/>
          <a:p>
            <a:pPr algn="l">
              <a:defRPr sz="1350" b="1" i="0">
                <a:solidFill>
                  <a:srgbClr val="486554"/>
                </a:solidFill>
              </a:defRPr>
            </a:pPr>
            <a:r>
              <a:rPr sz="1350" b="1" i="0">
                <a:solidFill>
                  <a:srgbClr val="486554"/>
                </a:solidFill>
              </a:rPr>
              <a:t>QUESTION 8 • RABBIT HOLE</a:t>
            </a:r>
          </a:p>
        </p:txBody>
      </p:sp>
      <p:sp>
        <p:nvSpPr>
          <p:cNvPr id="3" name="Rectangle 2">
            <a:extLst>
              <a:ext uri="{FF2B5EF4-FFF2-40B4-BE49-F238E27FC236}">
                <a16:creationId xmlns:a16="http://schemas.microsoft.com/office/drawing/2014/main" id="{1426D45F-4863-4DC3-9094-40BEDB23B180}"/>
              </a:ext>
            </a:extLst>
          </p:cNvPr>
          <p:cNvSpPr>
            <a:spLocks noGrp="1"/>
          </p:cNvSpPr>
          <p:nvPr/>
        </p:nvSpPr>
        <p:spPr>
          <a:xfrm>
            <a:off x="10991850" y="304800"/>
            <a:ext cx="514350" cy="285750"/>
          </a:xfrm>
          <a:prstGeom prst="rect">
            <a:avLst/>
          </a:prstGeom>
          <a:noFill/>
          <a:ln w="0">
            <a:noFill/>
            <a:prstDash val="solid"/>
          </a:ln>
        </p:spPr>
        <p:txBody>
          <a:bodyPr anchor="ctr"/>
          <a:lstStyle/>
          <a:p>
            <a:pPr algn="r">
              <a:defRPr sz="1350" b="1" i="0">
                <a:solidFill>
                  <a:srgbClr val="486554"/>
                </a:solidFill>
              </a:defRPr>
            </a:pPr>
            <a:r>
              <a:rPr sz="1350" b="1" i="0">
                <a:solidFill>
                  <a:srgbClr val="486554"/>
                </a:solidFill>
              </a:rPr>
              <a:t>19</a:t>
            </a:r>
          </a:p>
        </p:txBody>
      </p:sp>
      <p:sp>
        <p:nvSpPr>
          <p:cNvPr id="4" name="Rectangle 3">
            <a:extLst>
              <a:ext uri="{FF2B5EF4-FFF2-40B4-BE49-F238E27FC236}">
                <a16:creationId xmlns:a16="http://schemas.microsoft.com/office/drawing/2014/main" id="{F1CC73AA-48C1-408B-B4B2-9F92CBA36A3C}"/>
              </a:ext>
            </a:extLst>
          </p:cNvPr>
          <p:cNvSpPr>
            <a:spLocks noGrp="1"/>
          </p:cNvSpPr>
          <p:nvPr/>
        </p:nvSpPr>
        <p:spPr>
          <a:xfrm>
            <a:off x="723900" y="733425"/>
            <a:ext cx="10782300" cy="19050"/>
          </a:xfrm>
          <a:prstGeom prst="rect">
            <a:avLst/>
          </a:prstGeom>
          <a:solidFill>
            <a:srgbClr val="E2E9E3"/>
          </a:solidFill>
          <a:ln w="0">
            <a:solidFill>
              <a:srgbClr val="E2E9E3"/>
            </a:solidFill>
            <a:prstDash val="solid"/>
          </a:ln>
        </p:spPr>
        <p:txBody>
          <a:bodyPr/>
          <a:lstStyle/>
          <a:p>
            <a:endParaRPr lang="en-US"/>
          </a:p>
        </p:txBody>
      </p:sp>
      <p:sp>
        <p:nvSpPr>
          <p:cNvPr id="5" name="Rectangle 4">
            <a:extLst>
              <a:ext uri="{FF2B5EF4-FFF2-40B4-BE49-F238E27FC236}">
                <a16:creationId xmlns:a16="http://schemas.microsoft.com/office/drawing/2014/main" id="{6D834288-63A5-4D87-A84E-BD373783A98F}"/>
              </a:ext>
            </a:extLst>
          </p:cNvPr>
          <p:cNvSpPr>
            <a:spLocks noGrp="1"/>
          </p:cNvSpPr>
          <p:nvPr/>
        </p:nvSpPr>
        <p:spPr>
          <a:xfrm>
            <a:off x="723900" y="876300"/>
            <a:ext cx="10782300" cy="876300"/>
          </a:xfrm>
          <a:prstGeom prst="rect">
            <a:avLst/>
          </a:prstGeom>
          <a:noFill/>
          <a:ln w="0">
            <a:noFill/>
            <a:prstDash val="solid"/>
          </a:ln>
        </p:spPr>
        <p:txBody>
          <a:bodyPr anchor="ctr"/>
          <a:lstStyle/>
          <a:p>
            <a:pPr algn="l">
              <a:defRPr sz="3450" b="1" i="0">
                <a:solidFill>
                  <a:srgbClr val="132A3A"/>
                </a:solidFill>
              </a:defRPr>
            </a:pPr>
            <a:r>
              <a:rPr sz="3450" b="1" i="0">
                <a:solidFill>
                  <a:srgbClr val="132A3A"/>
                </a:solidFill>
              </a:rPr>
              <a:t>Rabbit Hole: Should Christians use lots today?</a:t>
            </a:r>
          </a:p>
        </p:txBody>
      </p:sp>
      <p:sp>
        <p:nvSpPr>
          <p:cNvPr id="6" name="Rectangle 5">
            <a:extLst>
              <a:ext uri="{FF2B5EF4-FFF2-40B4-BE49-F238E27FC236}">
                <a16:creationId xmlns:a16="http://schemas.microsoft.com/office/drawing/2014/main" id="{0DCC6C7F-0A20-4337-84ED-B8E1DDE415D5}"/>
              </a:ext>
            </a:extLst>
          </p:cNvPr>
          <p:cNvSpPr>
            <a:spLocks noGrp="1"/>
          </p:cNvSpPr>
          <p:nvPr/>
        </p:nvSpPr>
        <p:spPr>
          <a:xfrm>
            <a:off x="742950" y="1752600"/>
            <a:ext cx="10620375" cy="590550"/>
          </a:xfrm>
          <a:prstGeom prst="rect">
            <a:avLst/>
          </a:prstGeom>
          <a:noFill/>
          <a:ln w="0">
            <a:noFill/>
            <a:prstDash val="solid"/>
          </a:ln>
        </p:spPr>
        <p:txBody>
          <a:bodyPr anchor="ctr"/>
          <a:lstStyle/>
          <a:p>
            <a:pPr algn="l">
              <a:defRPr sz="2175" b="1" i="0">
                <a:solidFill>
                  <a:srgbClr val="486554"/>
                </a:solidFill>
              </a:defRPr>
            </a:pPr>
            <a:r>
              <a:rPr sz="2175" b="1" i="0">
                <a:solidFill>
                  <a:srgbClr val="486554"/>
                </a:solidFill>
              </a:rPr>
              <a:t>A focused side discussion</a:t>
            </a:r>
          </a:p>
        </p:txBody>
      </p:sp>
      <p:sp>
        <p:nvSpPr>
          <p:cNvPr id="7" name="Rounded Rectangle 6">
            <a:extLst>
              <a:ext uri="{FF2B5EF4-FFF2-40B4-BE49-F238E27FC236}">
                <a16:creationId xmlns:a16="http://schemas.microsoft.com/office/drawing/2014/main" id="{C583557B-954F-456D-BF58-BB5C0D17D238}"/>
              </a:ext>
            </a:extLst>
          </p:cNvPr>
          <p:cNvSpPr>
            <a:spLocks noGrp="1"/>
          </p:cNvSpPr>
          <p:nvPr/>
        </p:nvSpPr>
        <p:spPr>
          <a:xfrm>
            <a:off x="723900" y="2457450"/>
            <a:ext cx="10782300" cy="1009650"/>
          </a:xfrm>
          <a:prstGeom prst="roundRect">
            <a:avLst>
              <a:gd name="adj" fmla="val 7547"/>
            </a:avLst>
          </a:prstGeom>
          <a:solidFill>
            <a:srgbClr val="132A3A"/>
          </a:solidFill>
          <a:ln w="0">
            <a:solidFill>
              <a:srgbClr val="132A3A"/>
            </a:solidFill>
            <a:prstDash val="solid"/>
          </a:ln>
        </p:spPr>
        <p:txBody>
          <a:bodyPr/>
          <a:lstStyle/>
          <a:p>
            <a:endParaRPr lang="en-US"/>
          </a:p>
        </p:txBody>
      </p:sp>
      <p:sp>
        <p:nvSpPr>
          <p:cNvPr id="8" name="Rectangle 7">
            <a:extLst>
              <a:ext uri="{FF2B5EF4-FFF2-40B4-BE49-F238E27FC236}">
                <a16:creationId xmlns:a16="http://schemas.microsoft.com/office/drawing/2014/main" id="{3A18C0D3-E235-4D79-B852-3DE95FCA8597}"/>
              </a:ext>
            </a:extLst>
          </p:cNvPr>
          <p:cNvSpPr>
            <a:spLocks noGrp="1"/>
          </p:cNvSpPr>
          <p:nvPr/>
        </p:nvSpPr>
        <p:spPr>
          <a:xfrm>
            <a:off x="1009650" y="2562225"/>
            <a:ext cx="10210800" cy="800100"/>
          </a:xfrm>
          <a:prstGeom prst="rect">
            <a:avLst/>
          </a:prstGeom>
          <a:noFill/>
          <a:ln w="0">
            <a:noFill/>
            <a:prstDash val="solid"/>
          </a:ln>
        </p:spPr>
        <p:txBody>
          <a:bodyPr anchor="ctr"/>
          <a:lstStyle/>
          <a:p>
            <a:pPr algn="ctr">
              <a:defRPr sz="2325" b="1" i="0">
                <a:solidFill>
                  <a:srgbClr val="FFFFFF"/>
                </a:solidFill>
              </a:defRPr>
            </a:pPr>
            <a:r>
              <a:rPr sz="2325" b="1" i="0">
                <a:solidFill>
                  <a:srgbClr val="FFFFFF"/>
                </a:solidFill>
              </a:rPr>
              <a:t>Was casting lots a Christian pattern—or a one-time event before Pentecost?</a:t>
            </a:r>
          </a:p>
        </p:txBody>
      </p:sp>
      <p:sp>
        <p:nvSpPr>
          <p:cNvPr id="9" name="Rectangle 8">
            <a:extLst>
              <a:ext uri="{FF2B5EF4-FFF2-40B4-BE49-F238E27FC236}">
                <a16:creationId xmlns:a16="http://schemas.microsoft.com/office/drawing/2014/main" id="{8D3F0DDD-092D-44E1-9481-0F902D8CD002}"/>
              </a:ext>
            </a:extLst>
          </p:cNvPr>
          <p:cNvSpPr>
            <a:spLocks noGrp="1"/>
          </p:cNvSpPr>
          <p:nvPr/>
        </p:nvSpPr>
        <p:spPr>
          <a:xfrm>
            <a:off x="819150" y="3638550"/>
            <a:ext cx="10572750" cy="685800"/>
          </a:xfrm>
          <a:prstGeom prst="rect">
            <a:avLst/>
          </a:prstGeom>
          <a:noFill/>
          <a:ln w="0">
            <a:noFill/>
            <a:prstDash val="solid"/>
          </a:ln>
        </p:spPr>
        <p:txBody>
          <a:bodyPr anchor="ctr"/>
          <a:lstStyle/>
          <a:p>
            <a:pPr algn="ctr">
              <a:defRPr sz="1950" b="1" i="0">
                <a:solidFill>
                  <a:srgbClr val="486554"/>
                </a:solidFill>
              </a:defRPr>
            </a:pPr>
            <a:r>
              <a:rPr sz="1950" b="1" i="0">
                <a:solidFill>
                  <a:srgbClr val="486554"/>
                </a:solidFill>
              </a:rPr>
              <a:t>The believers prayed, named two qualified men, and cast lots. Acts never records Christians doing this again.</a:t>
            </a:r>
          </a:p>
        </p:txBody>
      </p:sp>
      <p:sp>
        <p:nvSpPr>
          <p:cNvPr id="10" name="Oval 9">
            <a:extLst>
              <a:ext uri="{FF2B5EF4-FFF2-40B4-BE49-F238E27FC236}">
                <a16:creationId xmlns:a16="http://schemas.microsoft.com/office/drawing/2014/main" id="{2B0A51FF-C87A-46E1-81C9-09F9B16EF31E}"/>
              </a:ext>
            </a:extLst>
          </p:cNvPr>
          <p:cNvSpPr>
            <a:spLocks noGrp="1"/>
          </p:cNvSpPr>
          <p:nvPr/>
        </p:nvSpPr>
        <p:spPr>
          <a:xfrm>
            <a:off x="762000" y="4781550"/>
            <a:ext cx="133350" cy="133350"/>
          </a:xfrm>
          <a:prstGeom prst="ellipse">
            <a:avLst/>
          </a:prstGeom>
          <a:solidFill>
            <a:srgbClr val="B8872F"/>
          </a:solidFill>
          <a:ln w="0">
            <a:solidFill>
              <a:srgbClr val="B8872F"/>
            </a:solidFill>
            <a:prstDash val="solid"/>
          </a:ln>
        </p:spPr>
        <p:txBody>
          <a:bodyPr/>
          <a:lstStyle/>
          <a:p>
            <a:endParaRPr lang="en-US"/>
          </a:p>
        </p:txBody>
      </p:sp>
      <p:sp>
        <p:nvSpPr>
          <p:cNvPr id="11" name="Rectangle 10">
            <a:extLst>
              <a:ext uri="{FF2B5EF4-FFF2-40B4-BE49-F238E27FC236}">
                <a16:creationId xmlns:a16="http://schemas.microsoft.com/office/drawing/2014/main" id="{5A7F33F7-5878-41D3-9DE8-A9079A09CA66}"/>
              </a:ext>
            </a:extLst>
          </p:cNvPr>
          <p:cNvSpPr>
            <a:spLocks noGrp="1"/>
          </p:cNvSpPr>
          <p:nvPr/>
        </p:nvSpPr>
        <p:spPr>
          <a:xfrm>
            <a:off x="1066800" y="4457700"/>
            <a:ext cx="10287000" cy="781050"/>
          </a:xfrm>
          <a:prstGeom prst="rect">
            <a:avLst/>
          </a:prstGeom>
          <a:noFill/>
          <a:ln w="0">
            <a:noFill/>
            <a:prstDash val="solid"/>
          </a:ln>
        </p:spPr>
        <p:txBody>
          <a:bodyPr anchor="ctr"/>
          <a:lstStyle/>
          <a:p>
            <a:pPr algn="l">
              <a:defRPr sz="2100" b="0" i="0">
                <a:solidFill>
                  <a:srgbClr val="17232B"/>
                </a:solidFill>
              </a:defRPr>
            </a:pPr>
            <a:r>
              <a:rPr sz="2100" b="0" i="0">
                <a:solidFill>
                  <a:srgbClr val="17232B"/>
                </a:solidFill>
              </a:rPr>
              <a:t>Is prayer the lasting pattern while lots were unique?</a:t>
            </a:r>
          </a:p>
        </p:txBody>
      </p:sp>
      <p:sp>
        <p:nvSpPr>
          <p:cNvPr id="12" name="Oval 11">
            <a:extLst>
              <a:ext uri="{FF2B5EF4-FFF2-40B4-BE49-F238E27FC236}">
                <a16:creationId xmlns:a16="http://schemas.microsoft.com/office/drawing/2014/main" id="{2AA9DF6F-BECB-4A0D-8151-D6A1F11EEA39}"/>
              </a:ext>
            </a:extLst>
          </p:cNvPr>
          <p:cNvSpPr>
            <a:spLocks noGrp="1"/>
          </p:cNvSpPr>
          <p:nvPr/>
        </p:nvSpPr>
        <p:spPr>
          <a:xfrm>
            <a:off x="762000" y="5562600"/>
            <a:ext cx="133350" cy="133350"/>
          </a:xfrm>
          <a:prstGeom prst="ellipse">
            <a:avLst/>
          </a:prstGeom>
          <a:solidFill>
            <a:srgbClr val="B8872F"/>
          </a:solidFill>
          <a:ln w="0">
            <a:solidFill>
              <a:srgbClr val="B8872F"/>
            </a:solidFill>
            <a:prstDash val="solid"/>
          </a:ln>
        </p:spPr>
        <p:txBody>
          <a:bodyPr/>
          <a:lstStyle/>
          <a:p>
            <a:endParaRPr lang="en-US"/>
          </a:p>
        </p:txBody>
      </p:sp>
      <p:sp>
        <p:nvSpPr>
          <p:cNvPr id="13" name="Rectangle 12">
            <a:extLst>
              <a:ext uri="{FF2B5EF4-FFF2-40B4-BE49-F238E27FC236}">
                <a16:creationId xmlns:a16="http://schemas.microsoft.com/office/drawing/2014/main" id="{0040F687-0483-4A0B-B93B-9CEDB939EA98}"/>
              </a:ext>
            </a:extLst>
          </p:cNvPr>
          <p:cNvSpPr>
            <a:spLocks noGrp="1"/>
          </p:cNvSpPr>
          <p:nvPr/>
        </p:nvSpPr>
        <p:spPr>
          <a:xfrm>
            <a:off x="1066800" y="5238750"/>
            <a:ext cx="10287000" cy="781050"/>
          </a:xfrm>
          <a:prstGeom prst="rect">
            <a:avLst/>
          </a:prstGeom>
          <a:noFill/>
          <a:ln w="0">
            <a:noFill/>
            <a:prstDash val="solid"/>
          </a:ln>
        </p:spPr>
        <p:txBody>
          <a:bodyPr anchor="ctr"/>
          <a:lstStyle/>
          <a:p>
            <a:pPr algn="l">
              <a:defRPr sz="2100" b="0" i="0">
                <a:solidFill>
                  <a:srgbClr val="17232B"/>
                </a:solidFill>
              </a:defRPr>
            </a:pPr>
            <a:r>
              <a:rPr sz="2100" b="0" i="0">
                <a:solidFill>
                  <a:srgbClr val="17232B"/>
                </a:solidFill>
              </a:rPr>
              <a:t>Did Pentecost change how believers seek God’s guidance?</a:t>
            </a:r>
          </a:p>
        </p:txBody>
      </p:sp>
      <p:sp>
        <p:nvSpPr>
          <p:cNvPr id="14" name="Oval 13">
            <a:extLst>
              <a:ext uri="{FF2B5EF4-FFF2-40B4-BE49-F238E27FC236}">
                <a16:creationId xmlns:a16="http://schemas.microsoft.com/office/drawing/2014/main" id="{FA14F0CE-6175-44F0-9B04-0DFA78BBF841}"/>
              </a:ext>
            </a:extLst>
          </p:cNvPr>
          <p:cNvSpPr>
            <a:spLocks noGrp="1"/>
          </p:cNvSpPr>
          <p:nvPr/>
        </p:nvSpPr>
        <p:spPr>
          <a:xfrm>
            <a:off x="762000" y="6343650"/>
            <a:ext cx="133350" cy="133350"/>
          </a:xfrm>
          <a:prstGeom prst="ellipse">
            <a:avLst/>
          </a:prstGeom>
          <a:solidFill>
            <a:srgbClr val="B8872F"/>
          </a:solidFill>
          <a:ln w="0">
            <a:solidFill>
              <a:srgbClr val="B8872F"/>
            </a:solidFill>
            <a:prstDash val="solid"/>
          </a:ln>
        </p:spPr>
        <p:txBody>
          <a:bodyPr/>
          <a:lstStyle/>
          <a:p>
            <a:endParaRPr lang="en-US"/>
          </a:p>
        </p:txBody>
      </p:sp>
      <p:sp>
        <p:nvSpPr>
          <p:cNvPr id="15" name="Rectangle 14">
            <a:extLst>
              <a:ext uri="{FF2B5EF4-FFF2-40B4-BE49-F238E27FC236}">
                <a16:creationId xmlns:a16="http://schemas.microsoft.com/office/drawing/2014/main" id="{7CA32167-30C3-4FDB-BED5-B9E5FE4854E4}"/>
              </a:ext>
            </a:extLst>
          </p:cNvPr>
          <p:cNvSpPr>
            <a:spLocks noGrp="1"/>
          </p:cNvSpPr>
          <p:nvPr/>
        </p:nvSpPr>
        <p:spPr>
          <a:xfrm>
            <a:off x="1066800" y="6019800"/>
            <a:ext cx="10287000" cy="781050"/>
          </a:xfrm>
          <a:prstGeom prst="rect">
            <a:avLst/>
          </a:prstGeom>
          <a:noFill/>
          <a:ln w="0">
            <a:noFill/>
            <a:prstDash val="solid"/>
          </a:ln>
        </p:spPr>
        <p:txBody>
          <a:bodyPr anchor="ctr"/>
          <a:lstStyle/>
          <a:p>
            <a:pPr algn="l">
              <a:defRPr sz="2100" b="0" i="0">
                <a:solidFill>
                  <a:srgbClr val="17232B"/>
                </a:solidFill>
              </a:defRPr>
            </a:pPr>
            <a:r>
              <a:rPr sz="2100" b="0" i="0">
                <a:solidFill>
                  <a:srgbClr val="17232B"/>
                </a:solidFill>
              </a:rPr>
              <a:t>What safeguards help us discern wisely today?</a:t>
            </a:r>
          </a:p>
        </p:txBody>
      </p:sp>
    </p:spTree>
    <p:extLst>
      <p:ext uri="{BB962C8B-B14F-4D97-AF65-F5344CB8AC3E}">
        <p14:creationId xmlns:p14="http://schemas.microsoft.com/office/powerpoint/2010/main" val="208074646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7F2E8"/>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F0646443-9539-4D9B-94F9-7B33A92030C5}"/>
              </a:ext>
            </a:extLst>
          </p:cNvPr>
          <p:cNvSpPr>
            <a:spLocks noGrp="1"/>
          </p:cNvSpPr>
          <p:nvPr/>
        </p:nvSpPr>
        <p:spPr>
          <a:xfrm>
            <a:off x="0" y="0"/>
            <a:ext cx="12192000" cy="114300"/>
          </a:xfrm>
          <a:prstGeom prst="rect">
            <a:avLst/>
          </a:prstGeom>
          <a:solidFill>
            <a:srgbClr val="486554"/>
          </a:solidFill>
          <a:ln w="0">
            <a:solidFill>
              <a:srgbClr val="486554"/>
            </a:solidFill>
            <a:prstDash val="solid"/>
          </a:ln>
        </p:spPr>
        <p:txBody>
          <a:bodyPr/>
          <a:lstStyle/>
          <a:p>
            <a:endParaRPr lang="en-US"/>
          </a:p>
        </p:txBody>
      </p:sp>
      <p:sp>
        <p:nvSpPr>
          <p:cNvPr id="2" name="Rectangle 1">
            <a:extLst>
              <a:ext uri="{FF2B5EF4-FFF2-40B4-BE49-F238E27FC236}">
                <a16:creationId xmlns:a16="http://schemas.microsoft.com/office/drawing/2014/main" id="{726C20F0-A03B-4B8E-A4B7-A48481D06247}"/>
              </a:ext>
            </a:extLst>
          </p:cNvPr>
          <p:cNvSpPr>
            <a:spLocks noGrp="1"/>
          </p:cNvSpPr>
          <p:nvPr/>
        </p:nvSpPr>
        <p:spPr>
          <a:xfrm>
            <a:off x="723900" y="304800"/>
            <a:ext cx="5334000" cy="285750"/>
          </a:xfrm>
          <a:prstGeom prst="rect">
            <a:avLst/>
          </a:prstGeom>
          <a:noFill/>
          <a:ln w="0">
            <a:noFill/>
            <a:prstDash val="solid"/>
          </a:ln>
        </p:spPr>
        <p:txBody>
          <a:bodyPr anchor="ctr"/>
          <a:lstStyle/>
          <a:p>
            <a:pPr algn="l">
              <a:defRPr sz="1350" b="1" i="0">
                <a:solidFill>
                  <a:srgbClr val="486554"/>
                </a:solidFill>
              </a:defRPr>
            </a:pPr>
            <a:r>
              <a:rPr sz="1350" b="1" i="0">
                <a:solidFill>
                  <a:srgbClr val="486554"/>
                </a:solidFill>
              </a:rPr>
              <a:t>QUESTION 8 • ANSWER</a:t>
            </a:r>
          </a:p>
        </p:txBody>
      </p:sp>
      <p:sp>
        <p:nvSpPr>
          <p:cNvPr id="3" name="Rectangle 2">
            <a:extLst>
              <a:ext uri="{FF2B5EF4-FFF2-40B4-BE49-F238E27FC236}">
                <a16:creationId xmlns:a16="http://schemas.microsoft.com/office/drawing/2014/main" id="{710DD3F4-50FC-4015-B16F-A234EC142198}"/>
              </a:ext>
            </a:extLst>
          </p:cNvPr>
          <p:cNvSpPr>
            <a:spLocks noGrp="1"/>
          </p:cNvSpPr>
          <p:nvPr/>
        </p:nvSpPr>
        <p:spPr>
          <a:xfrm>
            <a:off x="10991850" y="304800"/>
            <a:ext cx="514350" cy="285750"/>
          </a:xfrm>
          <a:prstGeom prst="rect">
            <a:avLst/>
          </a:prstGeom>
          <a:noFill/>
          <a:ln w="0">
            <a:noFill/>
            <a:prstDash val="solid"/>
          </a:ln>
        </p:spPr>
        <p:txBody>
          <a:bodyPr anchor="ctr"/>
          <a:lstStyle/>
          <a:p>
            <a:pPr algn="r">
              <a:defRPr sz="1350" b="1" i="0">
                <a:solidFill>
                  <a:srgbClr val="486554"/>
                </a:solidFill>
              </a:defRPr>
            </a:pPr>
            <a:r>
              <a:rPr sz="1350" b="1" i="0">
                <a:solidFill>
                  <a:srgbClr val="486554"/>
                </a:solidFill>
              </a:rPr>
              <a:t>20</a:t>
            </a:r>
          </a:p>
        </p:txBody>
      </p:sp>
      <p:sp>
        <p:nvSpPr>
          <p:cNvPr id="4" name="Rectangle 3">
            <a:extLst>
              <a:ext uri="{FF2B5EF4-FFF2-40B4-BE49-F238E27FC236}">
                <a16:creationId xmlns:a16="http://schemas.microsoft.com/office/drawing/2014/main" id="{1CBD3C97-52EE-469C-9EC1-1D945E40EA55}"/>
              </a:ext>
            </a:extLst>
          </p:cNvPr>
          <p:cNvSpPr>
            <a:spLocks noGrp="1"/>
          </p:cNvSpPr>
          <p:nvPr/>
        </p:nvSpPr>
        <p:spPr>
          <a:xfrm>
            <a:off x="723900" y="733425"/>
            <a:ext cx="10782300" cy="19050"/>
          </a:xfrm>
          <a:prstGeom prst="rect">
            <a:avLst/>
          </a:prstGeom>
          <a:solidFill>
            <a:srgbClr val="E2E9E3"/>
          </a:solidFill>
          <a:ln w="0">
            <a:solidFill>
              <a:srgbClr val="E2E9E3"/>
            </a:solidFill>
            <a:prstDash val="solid"/>
          </a:ln>
        </p:spPr>
        <p:txBody>
          <a:bodyPr/>
          <a:lstStyle/>
          <a:p>
            <a:endParaRPr lang="en-US"/>
          </a:p>
        </p:txBody>
      </p:sp>
      <p:sp>
        <p:nvSpPr>
          <p:cNvPr id="5" name="Rectangle 4">
            <a:extLst>
              <a:ext uri="{FF2B5EF4-FFF2-40B4-BE49-F238E27FC236}">
                <a16:creationId xmlns:a16="http://schemas.microsoft.com/office/drawing/2014/main" id="{622970AA-3338-41C1-8ABB-CF73CD372FF9}"/>
              </a:ext>
            </a:extLst>
          </p:cNvPr>
          <p:cNvSpPr>
            <a:spLocks noGrp="1"/>
          </p:cNvSpPr>
          <p:nvPr/>
        </p:nvSpPr>
        <p:spPr>
          <a:xfrm>
            <a:off x="723900" y="895350"/>
            <a:ext cx="10782300" cy="723900"/>
          </a:xfrm>
          <a:prstGeom prst="rect">
            <a:avLst/>
          </a:prstGeom>
          <a:noFill/>
          <a:ln w="0">
            <a:noFill/>
            <a:prstDash val="solid"/>
          </a:ln>
        </p:spPr>
        <p:txBody>
          <a:bodyPr anchor="ctr"/>
          <a:lstStyle/>
          <a:p>
            <a:pPr algn="l">
              <a:defRPr sz="2700" b="1" i="0">
                <a:solidFill>
                  <a:srgbClr val="132A3A"/>
                </a:solidFill>
              </a:defRPr>
            </a:pPr>
            <a:r>
              <a:rPr sz="2700" b="1" i="0">
                <a:solidFill>
                  <a:srgbClr val="132A3A"/>
                </a:solidFill>
              </a:rPr>
              <a:t>Question 8 — Suggested Response</a:t>
            </a:r>
          </a:p>
        </p:txBody>
      </p:sp>
      <p:sp>
        <p:nvSpPr>
          <p:cNvPr id="6" name="Rectangle 5">
            <a:extLst>
              <a:ext uri="{FF2B5EF4-FFF2-40B4-BE49-F238E27FC236}">
                <a16:creationId xmlns:a16="http://schemas.microsoft.com/office/drawing/2014/main" id="{0ACCA5FB-4124-4C6A-92E7-C3015304BDAA}"/>
              </a:ext>
            </a:extLst>
          </p:cNvPr>
          <p:cNvSpPr>
            <a:spLocks noGrp="1"/>
          </p:cNvSpPr>
          <p:nvPr/>
        </p:nvSpPr>
        <p:spPr>
          <a:xfrm>
            <a:off x="742950" y="1847850"/>
            <a:ext cx="66675" cy="1066800"/>
          </a:xfrm>
          <a:prstGeom prst="rect">
            <a:avLst/>
          </a:prstGeom>
          <a:solidFill>
            <a:srgbClr val="486554"/>
          </a:solidFill>
          <a:ln w="0">
            <a:solidFill>
              <a:srgbClr val="486554"/>
            </a:solidFill>
            <a:prstDash val="solid"/>
          </a:ln>
        </p:spPr>
        <p:txBody>
          <a:bodyPr/>
          <a:lstStyle/>
          <a:p>
            <a:endParaRPr lang="en-US"/>
          </a:p>
        </p:txBody>
      </p:sp>
      <p:sp>
        <p:nvSpPr>
          <p:cNvPr id="7" name="Rectangle 6">
            <a:extLst>
              <a:ext uri="{FF2B5EF4-FFF2-40B4-BE49-F238E27FC236}">
                <a16:creationId xmlns:a16="http://schemas.microsoft.com/office/drawing/2014/main" id="{FF262221-94B1-4D92-A7A4-7B8999D0033C}"/>
              </a:ext>
            </a:extLst>
          </p:cNvPr>
          <p:cNvSpPr>
            <a:spLocks noGrp="1"/>
          </p:cNvSpPr>
          <p:nvPr/>
        </p:nvSpPr>
        <p:spPr>
          <a:xfrm>
            <a:off x="1028700" y="1847850"/>
            <a:ext cx="10287000" cy="1066800"/>
          </a:xfrm>
          <a:prstGeom prst="rect">
            <a:avLst/>
          </a:prstGeom>
          <a:noFill/>
          <a:ln w="0">
            <a:noFill/>
            <a:prstDash val="solid"/>
          </a:ln>
        </p:spPr>
        <p:txBody>
          <a:bodyPr anchor="ctr"/>
          <a:lstStyle/>
          <a:p>
            <a:pPr algn="l">
              <a:defRPr sz="2100" b="1" i="0">
                <a:solidFill>
                  <a:srgbClr val="132A3A"/>
                </a:solidFill>
              </a:defRPr>
            </a:pPr>
            <a:r>
              <a:rPr sz="2100" b="1" i="0">
                <a:solidFill>
                  <a:srgbClr val="132A3A"/>
                </a:solidFill>
              </a:rPr>
              <a:t>a. What role did prayer have among the believers between the Ascension and Pentecost (see 1:14, 24–25)?</a:t>
            </a:r>
          </a:p>
          <a:p>
            <a:endParaRPr sz="2100" b="1" i="0">
              <a:solidFill>
                <a:srgbClr val="132A3A"/>
              </a:solidFill>
            </a:endParaRPr>
          </a:p>
          <a:p>
            <a:pPr algn="l">
              <a:defRPr sz="2100" b="1" i="0">
                <a:solidFill>
                  <a:srgbClr val="132A3A"/>
                </a:solidFill>
              </a:defRPr>
            </a:pPr>
            <a:r>
              <a:rPr sz="2100" b="1" i="0">
                <a:solidFill>
                  <a:srgbClr val="132A3A"/>
                </a:solidFill>
              </a:rPr>
              <a:t>b. How is this a model for us?</a:t>
            </a:r>
          </a:p>
        </p:txBody>
      </p:sp>
      <p:sp>
        <p:nvSpPr>
          <p:cNvPr id="8" name="Oval 7">
            <a:extLst>
              <a:ext uri="{FF2B5EF4-FFF2-40B4-BE49-F238E27FC236}">
                <a16:creationId xmlns:a16="http://schemas.microsoft.com/office/drawing/2014/main" id="{816D4BED-4FAF-4F73-B3DF-971AF2B13C22}"/>
              </a:ext>
            </a:extLst>
          </p:cNvPr>
          <p:cNvSpPr>
            <a:spLocks noGrp="1"/>
          </p:cNvSpPr>
          <p:nvPr/>
        </p:nvSpPr>
        <p:spPr>
          <a:xfrm>
            <a:off x="762000" y="3467100"/>
            <a:ext cx="133350" cy="133350"/>
          </a:xfrm>
          <a:prstGeom prst="ellipse">
            <a:avLst/>
          </a:prstGeom>
          <a:solidFill>
            <a:srgbClr val="B8872F"/>
          </a:solidFill>
          <a:ln w="0">
            <a:solidFill>
              <a:srgbClr val="B8872F"/>
            </a:solidFill>
            <a:prstDash val="solid"/>
          </a:ln>
        </p:spPr>
        <p:txBody>
          <a:bodyPr/>
          <a:lstStyle/>
          <a:p>
            <a:endParaRPr lang="en-US"/>
          </a:p>
        </p:txBody>
      </p:sp>
      <p:sp>
        <p:nvSpPr>
          <p:cNvPr id="9" name="Rectangle 8">
            <a:extLst>
              <a:ext uri="{FF2B5EF4-FFF2-40B4-BE49-F238E27FC236}">
                <a16:creationId xmlns:a16="http://schemas.microsoft.com/office/drawing/2014/main" id="{6CABAAF7-BD02-44EF-877E-59004A323628}"/>
              </a:ext>
            </a:extLst>
          </p:cNvPr>
          <p:cNvSpPr>
            <a:spLocks noGrp="1"/>
          </p:cNvSpPr>
          <p:nvPr/>
        </p:nvSpPr>
        <p:spPr>
          <a:xfrm>
            <a:off x="1066800" y="3143250"/>
            <a:ext cx="10287000" cy="781050"/>
          </a:xfrm>
          <a:prstGeom prst="rect">
            <a:avLst/>
          </a:prstGeom>
          <a:noFill/>
          <a:ln w="0">
            <a:noFill/>
            <a:prstDash val="solid"/>
          </a:ln>
        </p:spPr>
        <p:txBody>
          <a:bodyPr anchor="ctr"/>
          <a:lstStyle/>
          <a:p>
            <a:pPr algn="l">
              <a:defRPr sz="2100" b="0" i="0">
                <a:solidFill>
                  <a:srgbClr val="17232B"/>
                </a:solidFill>
              </a:defRPr>
            </a:pPr>
            <a:r>
              <a:rPr sz="2100" b="0" i="0">
                <a:solidFill>
                  <a:srgbClr val="17232B"/>
                </a:solidFill>
              </a:rPr>
              <a:t>They devoted themselves together to prayer while they waited.</a:t>
            </a:r>
          </a:p>
        </p:txBody>
      </p:sp>
      <p:sp>
        <p:nvSpPr>
          <p:cNvPr id="10" name="Oval 9">
            <a:extLst>
              <a:ext uri="{FF2B5EF4-FFF2-40B4-BE49-F238E27FC236}">
                <a16:creationId xmlns:a16="http://schemas.microsoft.com/office/drawing/2014/main" id="{4BE0C2CB-5B82-4BC6-AF77-D468DF6CD72B}"/>
              </a:ext>
            </a:extLst>
          </p:cNvPr>
          <p:cNvSpPr>
            <a:spLocks noGrp="1"/>
          </p:cNvSpPr>
          <p:nvPr/>
        </p:nvSpPr>
        <p:spPr>
          <a:xfrm>
            <a:off x="762000" y="4248150"/>
            <a:ext cx="133350" cy="133350"/>
          </a:xfrm>
          <a:prstGeom prst="ellipse">
            <a:avLst/>
          </a:prstGeom>
          <a:solidFill>
            <a:srgbClr val="B8872F"/>
          </a:solidFill>
          <a:ln w="0">
            <a:solidFill>
              <a:srgbClr val="B8872F"/>
            </a:solidFill>
            <a:prstDash val="solid"/>
          </a:ln>
        </p:spPr>
        <p:txBody>
          <a:bodyPr/>
          <a:lstStyle/>
          <a:p>
            <a:endParaRPr lang="en-US"/>
          </a:p>
        </p:txBody>
      </p:sp>
      <p:sp>
        <p:nvSpPr>
          <p:cNvPr id="11" name="Rectangle 10">
            <a:extLst>
              <a:ext uri="{FF2B5EF4-FFF2-40B4-BE49-F238E27FC236}">
                <a16:creationId xmlns:a16="http://schemas.microsoft.com/office/drawing/2014/main" id="{280A5BF4-0945-4ECE-8ADF-7E5444605809}"/>
              </a:ext>
            </a:extLst>
          </p:cNvPr>
          <p:cNvSpPr>
            <a:spLocks noGrp="1"/>
          </p:cNvSpPr>
          <p:nvPr/>
        </p:nvSpPr>
        <p:spPr>
          <a:xfrm>
            <a:off x="1066800" y="3924300"/>
            <a:ext cx="10287000" cy="781050"/>
          </a:xfrm>
          <a:prstGeom prst="rect">
            <a:avLst/>
          </a:prstGeom>
          <a:noFill/>
          <a:ln w="0">
            <a:noFill/>
            <a:prstDash val="solid"/>
          </a:ln>
        </p:spPr>
        <p:txBody>
          <a:bodyPr anchor="ctr"/>
          <a:lstStyle/>
          <a:p>
            <a:pPr algn="l">
              <a:defRPr sz="2100" b="0" i="0">
                <a:solidFill>
                  <a:srgbClr val="17232B"/>
                </a:solidFill>
              </a:defRPr>
            </a:pPr>
            <a:r>
              <a:rPr sz="2100" b="0" i="0">
                <a:solidFill>
                  <a:srgbClr val="17232B"/>
                </a:solidFill>
              </a:rPr>
              <a:t>They sought God’s guidance before choosing Matthias.</a:t>
            </a:r>
          </a:p>
        </p:txBody>
      </p:sp>
      <p:sp>
        <p:nvSpPr>
          <p:cNvPr id="12" name="Oval 11">
            <a:extLst>
              <a:ext uri="{FF2B5EF4-FFF2-40B4-BE49-F238E27FC236}">
                <a16:creationId xmlns:a16="http://schemas.microsoft.com/office/drawing/2014/main" id="{A110E654-9404-483D-9FCC-465BA382D463}"/>
              </a:ext>
            </a:extLst>
          </p:cNvPr>
          <p:cNvSpPr>
            <a:spLocks noGrp="1"/>
          </p:cNvSpPr>
          <p:nvPr/>
        </p:nvSpPr>
        <p:spPr>
          <a:xfrm>
            <a:off x="762000" y="5029200"/>
            <a:ext cx="133350" cy="133350"/>
          </a:xfrm>
          <a:prstGeom prst="ellipse">
            <a:avLst/>
          </a:prstGeom>
          <a:solidFill>
            <a:srgbClr val="B8872F"/>
          </a:solidFill>
          <a:ln w="0">
            <a:solidFill>
              <a:srgbClr val="B8872F"/>
            </a:solidFill>
            <a:prstDash val="solid"/>
          </a:ln>
        </p:spPr>
        <p:txBody>
          <a:bodyPr/>
          <a:lstStyle/>
          <a:p>
            <a:endParaRPr lang="en-US"/>
          </a:p>
        </p:txBody>
      </p:sp>
      <p:sp>
        <p:nvSpPr>
          <p:cNvPr id="13" name="Rectangle 12">
            <a:extLst>
              <a:ext uri="{FF2B5EF4-FFF2-40B4-BE49-F238E27FC236}">
                <a16:creationId xmlns:a16="http://schemas.microsoft.com/office/drawing/2014/main" id="{941B8731-D9E1-4E3C-8397-702CF8ABE015}"/>
              </a:ext>
            </a:extLst>
          </p:cNvPr>
          <p:cNvSpPr>
            <a:spLocks noGrp="1"/>
          </p:cNvSpPr>
          <p:nvPr/>
        </p:nvSpPr>
        <p:spPr>
          <a:xfrm>
            <a:off x="1066800" y="4705350"/>
            <a:ext cx="10287000" cy="781050"/>
          </a:xfrm>
          <a:prstGeom prst="rect">
            <a:avLst/>
          </a:prstGeom>
          <a:noFill/>
          <a:ln w="0">
            <a:noFill/>
            <a:prstDash val="solid"/>
          </a:ln>
        </p:spPr>
        <p:txBody>
          <a:bodyPr anchor="ctr"/>
          <a:lstStyle/>
          <a:p>
            <a:pPr algn="l">
              <a:defRPr sz="2100" b="0" i="0">
                <a:solidFill>
                  <a:srgbClr val="17232B"/>
                </a:solidFill>
              </a:defRPr>
            </a:pPr>
            <a:r>
              <a:rPr sz="2100" b="0" i="0">
                <a:solidFill>
                  <a:srgbClr val="17232B"/>
                </a:solidFill>
              </a:rPr>
              <a:t>Their example joins unity, patience, prayer, and responsible action.</a:t>
            </a:r>
          </a:p>
        </p:txBody>
      </p:sp>
    </p:spTree>
    <p:extLst>
      <p:ext uri="{BB962C8B-B14F-4D97-AF65-F5344CB8AC3E}">
        <p14:creationId xmlns:p14="http://schemas.microsoft.com/office/powerpoint/2010/main" val="1496197431"/>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2252</Words>
  <Application>Microsoft Macintosh PowerPoint</Application>
  <DocSecurity>0</DocSecurity>
  <PresentationFormat>Widescreen</PresentationFormat>
  <Paragraphs>207</Paragraphs>
  <Slides>20</Slides>
  <Notes>20</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20</vt:i4>
      </vt:variant>
    </vt:vector>
  </HeadingPairs>
  <TitlesOfParts>
    <vt:vector size="22" baseType="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Flynt Moreland</cp:lastModifiedBy>
  <cp:revision>1</cp:revision>
  <dcterms:created xsi:type="dcterms:W3CDTF">2026-08-24T20:09:20Z</dcterms:created>
  <dcterms:modified xsi:type="dcterms:W3CDTF">2026-08-24T20:20:08Z</dcterms:modified>
</cp:coreProperties>
</file>