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22"/>
  </p:notesMasterIdLst>
  <p:sldIdLst>
    <p:sldId id="256" r:id="rId3"/>
    <p:sldId id="257" r:id="rId4"/>
    <p:sldId id="271" r:id="rId5"/>
    <p:sldId id="269" r:id="rId6"/>
    <p:sldId id="258" r:id="rId7"/>
    <p:sldId id="259" r:id="rId8"/>
    <p:sldId id="260" r:id="rId9"/>
    <p:sldId id="261" r:id="rId10"/>
    <p:sldId id="262" r:id="rId11"/>
    <p:sldId id="263" r:id="rId12"/>
    <p:sldId id="266" r:id="rId13"/>
    <p:sldId id="270" r:id="rId14"/>
    <p:sldId id="265" r:id="rId15"/>
    <p:sldId id="273" r:id="rId16"/>
    <p:sldId id="272" r:id="rId17"/>
    <p:sldId id="274" r:id="rId18"/>
    <p:sldId id="267" r:id="rId19"/>
    <p:sldId id="268"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0FAAAE-3648-9447-890F-E42DAC523B26}" v="33" dt="2026-09-27T20:38:41.918"/>
    <p1510:client id="{A118F748-FF89-5649-BE64-B1E423926E45}" v="1" dt="2026-09-27T21:05:49.674"/>
    <p1510:client id="{A5EA9D96-32FF-6B4F-A2D9-FB58BC4A5F6E}" v="8" dt="2026-09-27T21:46:18.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76"/>
    <p:restoredTop sz="77808"/>
  </p:normalViewPr>
  <p:slideViewPr>
    <p:cSldViewPr snapToGrid="0">
      <p:cViewPr varScale="1">
        <p:scale>
          <a:sx n="97" d="100"/>
          <a:sy n="97" d="100"/>
        </p:scale>
        <p:origin x="166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lynt Moreland" userId="47b7ad52eb67ca0e" providerId="LiveId" clId="{2191A56D-6395-5084-AA47-97D830516DEF}"/>
    <pc:docChg chg="undo custSel addSld delSld modSld sldOrd">
      <pc:chgData name="Flynt Moreland" userId="47b7ad52eb67ca0e" providerId="LiveId" clId="{2191A56D-6395-5084-AA47-97D830516DEF}" dt="2026-09-27T22:07:07.893" v="3563" actId="255"/>
      <pc:docMkLst>
        <pc:docMk/>
      </pc:docMkLst>
      <pc:sldChg chg="addSp delSp modSp mod modNotesTx">
        <pc:chgData name="Flynt Moreland" userId="47b7ad52eb67ca0e" providerId="LiveId" clId="{2191A56D-6395-5084-AA47-97D830516DEF}" dt="2026-09-26T19:30:19.404" v="1486" actId="20577"/>
        <pc:sldMkLst>
          <pc:docMk/>
          <pc:sldMk cId="1778879917" sldId="257"/>
        </pc:sldMkLst>
        <pc:spChg chg="mod">
          <ac:chgData name="Flynt Moreland" userId="47b7ad52eb67ca0e" providerId="LiveId" clId="{2191A56D-6395-5084-AA47-97D830516DEF}" dt="2026-09-23T19:32:08.995" v="49"/>
          <ac:spMkLst>
            <pc:docMk/>
            <pc:sldMk cId="1778879917" sldId="257"/>
            <ac:spMk id="10" creationId="{29614667-AB70-4303-B90D-6B02F4B0B767}"/>
          </ac:spMkLst>
        </pc:spChg>
        <pc:spChg chg="mod">
          <ac:chgData name="Flynt Moreland" userId="47b7ad52eb67ca0e" providerId="LiveId" clId="{2191A56D-6395-5084-AA47-97D830516DEF}" dt="2026-09-23T17:12:35.565" v="10" actId="20577"/>
          <ac:spMkLst>
            <pc:docMk/>
            <pc:sldMk cId="1778879917" sldId="257"/>
            <ac:spMk id="103" creationId="{E6D7069A-13F2-485C-B18E-17A8DAF0452D}"/>
          </ac:spMkLst>
        </pc:spChg>
      </pc:sldChg>
      <pc:sldChg chg="modNotesTx">
        <pc:chgData name="Flynt Moreland" userId="47b7ad52eb67ca0e" providerId="LiveId" clId="{2191A56D-6395-5084-AA47-97D830516DEF}" dt="2026-09-27T21:27:12.341" v="3507" actId="20577"/>
        <pc:sldMkLst>
          <pc:docMk/>
          <pc:sldMk cId="1902450362" sldId="258"/>
        </pc:sldMkLst>
      </pc:sldChg>
      <pc:sldChg chg="modSp mod modNotesTx">
        <pc:chgData name="Flynt Moreland" userId="47b7ad52eb67ca0e" providerId="LiveId" clId="{2191A56D-6395-5084-AA47-97D830516DEF}" dt="2026-09-27T21:21:22.710" v="3504" actId="20577"/>
        <pc:sldMkLst>
          <pc:docMk/>
          <pc:sldMk cId="156621604" sldId="259"/>
        </pc:sldMkLst>
        <pc:spChg chg="mod">
          <ac:chgData name="Flynt Moreland" userId="47b7ad52eb67ca0e" providerId="LiveId" clId="{2191A56D-6395-5084-AA47-97D830516DEF}" dt="2026-09-25T16:56:40.573" v="561" actId="20577"/>
          <ac:spMkLst>
            <pc:docMk/>
            <pc:sldMk cId="156621604" sldId="259"/>
            <ac:spMk id="109" creationId="{670847C4-61E6-44B2-A6CC-AFB52A0C57A7}"/>
          </ac:spMkLst>
        </pc:spChg>
        <pc:spChg chg="mod">
          <ac:chgData name="Flynt Moreland" userId="47b7ad52eb67ca0e" providerId="LiveId" clId="{2191A56D-6395-5084-AA47-97D830516DEF}" dt="2026-09-25T16:55:09.132" v="465" actId="20577"/>
          <ac:spMkLst>
            <pc:docMk/>
            <pc:sldMk cId="156621604" sldId="259"/>
            <ac:spMk id="110" creationId="{142F9D17-0DD6-4D68-B5F7-AE3B980F52F8}"/>
          </ac:spMkLst>
        </pc:spChg>
        <pc:spChg chg="mod">
          <ac:chgData name="Flynt Moreland" userId="47b7ad52eb67ca0e" providerId="LiveId" clId="{2191A56D-6395-5084-AA47-97D830516DEF}" dt="2026-09-25T16:55:01.508" v="464" actId="20577"/>
          <ac:spMkLst>
            <pc:docMk/>
            <pc:sldMk cId="156621604" sldId="259"/>
            <ac:spMk id="111" creationId="{2C986F59-49F3-4E23-AEA4-2E0D9C1F9428}"/>
          </ac:spMkLst>
        </pc:spChg>
      </pc:sldChg>
      <pc:sldChg chg="addSp modSp mod modNotesTx">
        <pc:chgData name="Flynt Moreland" userId="47b7ad52eb67ca0e" providerId="LiveId" clId="{2191A56D-6395-5084-AA47-97D830516DEF}" dt="2026-09-26T19:46:37.579" v="1746" actId="20577"/>
        <pc:sldMkLst>
          <pc:docMk/>
          <pc:sldMk cId="784643757" sldId="260"/>
        </pc:sldMkLst>
        <pc:spChg chg="add mod">
          <ac:chgData name="Flynt Moreland" userId="47b7ad52eb67ca0e" providerId="LiveId" clId="{2191A56D-6395-5084-AA47-97D830516DEF}" dt="2026-09-25T17:36:01.101" v="789" actId="1076"/>
          <ac:spMkLst>
            <pc:docMk/>
            <pc:sldMk cId="784643757" sldId="260"/>
            <ac:spMk id="10" creationId="{1057CD6B-0517-BB66-A86E-61FE03770ACD}"/>
          </ac:spMkLst>
        </pc:spChg>
        <pc:spChg chg="mod">
          <ac:chgData name="Flynt Moreland" userId="47b7ad52eb67ca0e" providerId="LiveId" clId="{2191A56D-6395-5084-AA47-97D830516DEF}" dt="2026-09-25T17:50:37.501" v="1008" actId="20577"/>
          <ac:spMkLst>
            <pc:docMk/>
            <pc:sldMk cId="784643757" sldId="260"/>
            <ac:spMk id="107" creationId="{E42203FC-0228-468C-9F4C-DAB7D90BDB19}"/>
          </ac:spMkLst>
        </pc:spChg>
        <pc:spChg chg="mod">
          <ac:chgData name="Flynt Moreland" userId="47b7ad52eb67ca0e" providerId="LiveId" clId="{2191A56D-6395-5084-AA47-97D830516DEF}" dt="2026-09-25T17:40:04.352" v="901" actId="20577"/>
          <ac:spMkLst>
            <pc:docMk/>
            <pc:sldMk cId="784643757" sldId="260"/>
            <ac:spMk id="109" creationId="{51FBADAB-EA8A-4729-A002-04388FF9EB86}"/>
          </ac:spMkLst>
        </pc:spChg>
        <pc:spChg chg="mod">
          <ac:chgData name="Flynt Moreland" userId="47b7ad52eb67ca0e" providerId="LiveId" clId="{2191A56D-6395-5084-AA47-97D830516DEF}" dt="2026-09-25T17:35:47.110" v="787" actId="20577"/>
          <ac:spMkLst>
            <pc:docMk/>
            <pc:sldMk cId="784643757" sldId="260"/>
            <ac:spMk id="110" creationId="{4EA16F27-BBCC-4CA2-BFD4-BC2CF8C3348E}"/>
          </ac:spMkLst>
        </pc:spChg>
        <pc:spChg chg="mod">
          <ac:chgData name="Flynt Moreland" userId="47b7ad52eb67ca0e" providerId="LiveId" clId="{2191A56D-6395-5084-AA47-97D830516DEF}" dt="2026-09-25T17:35:37.165" v="785" actId="20577"/>
          <ac:spMkLst>
            <pc:docMk/>
            <pc:sldMk cId="784643757" sldId="260"/>
            <ac:spMk id="111" creationId="{FD707EFA-AB78-4E57-927A-850559BE9A93}"/>
          </ac:spMkLst>
        </pc:spChg>
      </pc:sldChg>
      <pc:sldChg chg="modSp mod modNotesTx">
        <pc:chgData name="Flynt Moreland" userId="47b7ad52eb67ca0e" providerId="LiveId" clId="{2191A56D-6395-5084-AA47-97D830516DEF}" dt="2026-09-27T21:31:13.263" v="3509" actId="14100"/>
        <pc:sldMkLst>
          <pc:docMk/>
          <pc:sldMk cId="1664422024" sldId="261"/>
        </pc:sldMkLst>
        <pc:spChg chg="mod">
          <ac:chgData name="Flynt Moreland" userId="47b7ad52eb67ca0e" providerId="LiveId" clId="{2191A56D-6395-5084-AA47-97D830516DEF}" dt="2026-09-27T21:01:12.369" v="3462" actId="1076"/>
          <ac:spMkLst>
            <pc:docMk/>
            <pc:sldMk cId="1664422024" sldId="261"/>
            <ac:spMk id="102" creationId="{B8B533C3-7506-4C75-80F5-357C8BD4652C}"/>
          </ac:spMkLst>
        </pc:spChg>
        <pc:spChg chg="mod">
          <ac:chgData name="Flynt Moreland" userId="47b7ad52eb67ca0e" providerId="LiveId" clId="{2191A56D-6395-5084-AA47-97D830516DEF}" dt="2026-09-27T21:01:18.247" v="3463" actId="1076"/>
          <ac:spMkLst>
            <pc:docMk/>
            <pc:sldMk cId="1664422024" sldId="261"/>
            <ac:spMk id="103" creationId="{581DB040-7D6D-4194-B3CF-B53D79468047}"/>
          </ac:spMkLst>
        </pc:spChg>
        <pc:spChg chg="mod">
          <ac:chgData name="Flynt Moreland" userId="47b7ad52eb67ca0e" providerId="LiveId" clId="{2191A56D-6395-5084-AA47-97D830516DEF}" dt="2026-09-27T21:01:29.946" v="3464" actId="1076"/>
          <ac:spMkLst>
            <pc:docMk/>
            <pc:sldMk cId="1664422024" sldId="261"/>
            <ac:spMk id="106" creationId="{EB925CDE-58C3-4E33-8CEE-C03655026CCE}"/>
          </ac:spMkLst>
        </pc:spChg>
        <pc:spChg chg="mod">
          <ac:chgData name="Flynt Moreland" userId="47b7ad52eb67ca0e" providerId="LiveId" clId="{2191A56D-6395-5084-AA47-97D830516DEF}" dt="2026-09-27T21:02:18.703" v="3470" actId="1076"/>
          <ac:spMkLst>
            <pc:docMk/>
            <pc:sldMk cId="1664422024" sldId="261"/>
            <ac:spMk id="108" creationId="{CD86FD68-7D72-4C40-B367-AA8FC97D7D55}"/>
          </ac:spMkLst>
        </pc:spChg>
        <pc:spChg chg="mod">
          <ac:chgData name="Flynt Moreland" userId="47b7ad52eb67ca0e" providerId="LiveId" clId="{2191A56D-6395-5084-AA47-97D830516DEF}" dt="2026-09-27T21:31:13.263" v="3509" actId="14100"/>
          <ac:spMkLst>
            <pc:docMk/>
            <pc:sldMk cId="1664422024" sldId="261"/>
            <ac:spMk id="109" creationId="{9688DE72-EA6B-4CC9-AA8A-81E2FC369205}"/>
          </ac:spMkLst>
        </pc:spChg>
        <pc:spChg chg="mod">
          <ac:chgData name="Flynt Moreland" userId="47b7ad52eb67ca0e" providerId="LiveId" clId="{2191A56D-6395-5084-AA47-97D830516DEF}" dt="2026-09-25T18:35:00.179" v="1221" actId="1076"/>
          <ac:spMkLst>
            <pc:docMk/>
            <pc:sldMk cId="1664422024" sldId="261"/>
            <ac:spMk id="110" creationId="{7145685B-8C1D-45AC-9A84-70A6E14C570A}"/>
          </ac:spMkLst>
        </pc:spChg>
        <pc:spChg chg="mod">
          <ac:chgData name="Flynt Moreland" userId="47b7ad52eb67ca0e" providerId="LiveId" clId="{2191A56D-6395-5084-AA47-97D830516DEF}" dt="2026-09-25T18:34:35.364" v="1219" actId="20577"/>
          <ac:spMkLst>
            <pc:docMk/>
            <pc:sldMk cId="1664422024" sldId="261"/>
            <ac:spMk id="111" creationId="{4FC1E4E4-62EB-45E5-B3EE-DD1348E0A41A}"/>
          </ac:spMkLst>
        </pc:spChg>
        <pc:spChg chg="mod">
          <ac:chgData name="Flynt Moreland" userId="47b7ad52eb67ca0e" providerId="LiveId" clId="{2191A56D-6395-5084-AA47-97D830516DEF}" dt="2026-09-27T21:02:12.137" v="3469" actId="14100"/>
          <ac:spMkLst>
            <pc:docMk/>
            <pc:sldMk cId="1664422024" sldId="261"/>
            <ac:spMk id="200" creationId="{CC98F579-7C31-418E-AFF5-2BF76ABAE99A}"/>
          </ac:spMkLst>
        </pc:spChg>
      </pc:sldChg>
      <pc:sldChg chg="modSp mod modNotesTx">
        <pc:chgData name="Flynt Moreland" userId="47b7ad52eb67ca0e" providerId="LiveId" clId="{2191A56D-6395-5084-AA47-97D830516DEF}" dt="2026-09-26T19:48:20.522" v="1755" actId="20577"/>
        <pc:sldMkLst>
          <pc:docMk/>
          <pc:sldMk cId="1196980756" sldId="262"/>
        </pc:sldMkLst>
        <pc:spChg chg="mod">
          <ac:chgData name="Flynt Moreland" userId="47b7ad52eb67ca0e" providerId="LiveId" clId="{2191A56D-6395-5084-AA47-97D830516DEF}" dt="2026-09-25T18:47:24.896" v="1281" actId="1076"/>
          <ac:spMkLst>
            <pc:docMk/>
            <pc:sldMk cId="1196980756" sldId="262"/>
            <ac:spMk id="109" creationId="{1E4041BC-9CC6-49D2-8802-F02AE2336AE2}"/>
          </ac:spMkLst>
        </pc:spChg>
        <pc:spChg chg="mod">
          <ac:chgData name="Flynt Moreland" userId="47b7ad52eb67ca0e" providerId="LiveId" clId="{2191A56D-6395-5084-AA47-97D830516DEF}" dt="2026-09-25T18:47:08.860" v="1280" actId="1076"/>
          <ac:spMkLst>
            <pc:docMk/>
            <pc:sldMk cId="1196980756" sldId="262"/>
            <ac:spMk id="110" creationId="{6AAA0BA9-7656-4875-BD2B-383E60625309}"/>
          </ac:spMkLst>
        </pc:spChg>
        <pc:spChg chg="mod">
          <ac:chgData name="Flynt Moreland" userId="47b7ad52eb67ca0e" providerId="LiveId" clId="{2191A56D-6395-5084-AA47-97D830516DEF}" dt="2026-09-25T18:46:56.291" v="1279" actId="20577"/>
          <ac:spMkLst>
            <pc:docMk/>
            <pc:sldMk cId="1196980756" sldId="262"/>
            <ac:spMk id="111" creationId="{2E580804-ED5E-4436-AEE7-0B310B62F1F5}"/>
          </ac:spMkLst>
        </pc:spChg>
      </pc:sldChg>
      <pc:sldChg chg="modSp mod">
        <pc:chgData name="Flynt Moreland" userId="47b7ad52eb67ca0e" providerId="LiveId" clId="{2191A56D-6395-5084-AA47-97D830516DEF}" dt="2026-09-27T21:32:32.470" v="3511" actId="14100"/>
        <pc:sldMkLst>
          <pc:docMk/>
          <pc:sldMk cId="1068674359" sldId="263"/>
        </pc:sldMkLst>
        <pc:spChg chg="mod">
          <ac:chgData name="Flynt Moreland" userId="47b7ad52eb67ca0e" providerId="LiveId" clId="{2191A56D-6395-5084-AA47-97D830516DEF}" dt="2026-09-25T18:58:59.800" v="1402" actId="20577"/>
          <ac:spMkLst>
            <pc:docMk/>
            <pc:sldMk cId="1068674359" sldId="263"/>
            <ac:spMk id="109" creationId="{DDABC0DA-495F-4019-BCCE-E5EB83BA9FF8}"/>
          </ac:spMkLst>
        </pc:spChg>
        <pc:spChg chg="mod">
          <ac:chgData name="Flynt Moreland" userId="47b7ad52eb67ca0e" providerId="LiveId" clId="{2191A56D-6395-5084-AA47-97D830516DEF}" dt="2026-09-27T21:32:32.470" v="3511" actId="14100"/>
          <ac:spMkLst>
            <pc:docMk/>
            <pc:sldMk cId="1068674359" sldId="263"/>
            <ac:spMk id="110" creationId="{3EA8067F-D54C-45BF-80E2-291EAD6C1786}"/>
          </ac:spMkLst>
        </pc:spChg>
        <pc:spChg chg="mod">
          <ac:chgData name="Flynt Moreland" userId="47b7ad52eb67ca0e" providerId="LiveId" clId="{2191A56D-6395-5084-AA47-97D830516DEF}" dt="2026-09-25T18:52:12.720" v="1292" actId="20577"/>
          <ac:spMkLst>
            <pc:docMk/>
            <pc:sldMk cId="1068674359" sldId="263"/>
            <ac:spMk id="111" creationId="{BFCC10C2-0203-4EAD-A78E-6F969BF2CC9A}"/>
          </ac:spMkLst>
        </pc:spChg>
      </pc:sldChg>
      <pc:sldChg chg="delSp modSp mod ord modNotesTx">
        <pc:chgData name="Flynt Moreland" userId="47b7ad52eb67ca0e" providerId="LiveId" clId="{2191A56D-6395-5084-AA47-97D830516DEF}" dt="2026-09-26T21:02:21.243" v="2315" actId="1076"/>
        <pc:sldMkLst>
          <pc:docMk/>
          <pc:sldMk cId="738119271" sldId="265"/>
        </pc:sldMkLst>
        <pc:spChg chg="mod">
          <ac:chgData name="Flynt Moreland" userId="47b7ad52eb67ca0e" providerId="LiveId" clId="{2191A56D-6395-5084-AA47-97D830516DEF}" dt="2026-09-26T19:59:32.653" v="1876" actId="20577"/>
          <ac:spMkLst>
            <pc:docMk/>
            <pc:sldMk cId="738119271" sldId="265"/>
            <ac:spMk id="10" creationId="{93B7C515-DA49-439A-B10D-5DC7DBDA2D1E}"/>
          </ac:spMkLst>
        </pc:spChg>
        <pc:spChg chg="mod">
          <ac:chgData name="Flynt Moreland" userId="47b7ad52eb67ca0e" providerId="LiveId" clId="{2191A56D-6395-5084-AA47-97D830516DEF}" dt="2026-09-26T20:04:33.348" v="1889" actId="20577"/>
          <ac:spMkLst>
            <pc:docMk/>
            <pc:sldMk cId="738119271" sldId="265"/>
            <ac:spMk id="12" creationId="{032AFC15-4DFF-412F-8578-D55929DFC61E}"/>
          </ac:spMkLst>
        </pc:spChg>
        <pc:spChg chg="mod">
          <ac:chgData name="Flynt Moreland" userId="47b7ad52eb67ca0e" providerId="LiveId" clId="{2191A56D-6395-5084-AA47-97D830516DEF}" dt="2026-09-26T20:08:40.008" v="1896" actId="1076"/>
          <ac:spMkLst>
            <pc:docMk/>
            <pc:sldMk cId="738119271" sldId="265"/>
            <ac:spMk id="13" creationId="{E18C5485-4EC8-439F-BC83-198441CD231A}"/>
          </ac:spMkLst>
        </pc:spChg>
        <pc:spChg chg="mod">
          <ac:chgData name="Flynt Moreland" userId="47b7ad52eb67ca0e" providerId="LiveId" clId="{2191A56D-6395-5084-AA47-97D830516DEF}" dt="2026-09-26T20:20:49.516" v="2158" actId="20577"/>
          <ac:spMkLst>
            <pc:docMk/>
            <pc:sldMk cId="738119271" sldId="265"/>
            <ac:spMk id="14" creationId="{554EEC5D-B755-4B33-AFCE-668252AEB798}"/>
          </ac:spMkLst>
        </pc:spChg>
        <pc:spChg chg="mod">
          <ac:chgData name="Flynt Moreland" userId="47b7ad52eb67ca0e" providerId="LiveId" clId="{2191A56D-6395-5084-AA47-97D830516DEF}" dt="2026-09-26T20:20:40.396" v="2157" actId="20577"/>
          <ac:spMkLst>
            <pc:docMk/>
            <pc:sldMk cId="738119271" sldId="265"/>
            <ac:spMk id="15" creationId="{B7E12D26-6D7A-4BF6-B457-3A5A458FF4DD}"/>
          </ac:spMkLst>
        </pc:spChg>
        <pc:spChg chg="del mod">
          <ac:chgData name="Flynt Moreland" userId="47b7ad52eb67ca0e" providerId="LiveId" clId="{2191A56D-6395-5084-AA47-97D830516DEF}" dt="2026-09-26T20:21:17.054" v="2161"/>
          <ac:spMkLst>
            <pc:docMk/>
            <pc:sldMk cId="738119271" sldId="265"/>
            <ac:spMk id="18" creationId="{BAEB5468-FEC9-B449-F935-15C11B3C8DAE}"/>
          </ac:spMkLst>
        </pc:spChg>
        <pc:picChg chg="mod">
          <ac:chgData name="Flynt Moreland" userId="47b7ad52eb67ca0e" providerId="LiveId" clId="{2191A56D-6395-5084-AA47-97D830516DEF}" dt="2026-09-26T21:02:21.243" v="2315" actId="1076"/>
          <ac:picMkLst>
            <pc:docMk/>
            <pc:sldMk cId="738119271" sldId="265"/>
            <ac:picMk id="17" creationId="{00000000-0000-0000-0000-000000000000}"/>
          </ac:picMkLst>
        </pc:picChg>
      </pc:sldChg>
      <pc:sldChg chg="modSp mod modNotesTx">
        <pc:chgData name="Flynt Moreland" userId="47b7ad52eb67ca0e" providerId="LiveId" clId="{2191A56D-6395-5084-AA47-97D830516DEF}" dt="2026-09-27T21:35:16.946" v="3516" actId="20577"/>
        <pc:sldMkLst>
          <pc:docMk/>
          <pc:sldMk cId="11807257" sldId="266"/>
        </pc:sldMkLst>
        <pc:spChg chg="mod">
          <ac:chgData name="Flynt Moreland" userId="47b7ad52eb67ca0e" providerId="LiveId" clId="{2191A56D-6395-5084-AA47-97D830516DEF}" dt="2026-09-23T17:05:45.838" v="1" actId="14100"/>
          <ac:spMkLst>
            <pc:docMk/>
            <pc:sldMk cId="11807257" sldId="266"/>
            <ac:spMk id="10" creationId="{EBC25132-F9F0-41AF-A6DF-858EFC42F08A}"/>
          </ac:spMkLst>
        </pc:spChg>
        <pc:spChg chg="mod">
          <ac:chgData name="Flynt Moreland" userId="47b7ad52eb67ca0e" providerId="LiveId" clId="{2191A56D-6395-5084-AA47-97D830516DEF}" dt="2026-09-25T18:03:53.132" v="1029" actId="1076"/>
          <ac:spMkLst>
            <pc:docMk/>
            <pc:sldMk cId="11807257" sldId="266"/>
            <ac:spMk id="103" creationId="{6AFD0905-44A1-420E-BB3A-21A7911627F8}"/>
          </ac:spMkLst>
        </pc:spChg>
        <pc:spChg chg="mod">
          <ac:chgData name="Flynt Moreland" userId="47b7ad52eb67ca0e" providerId="LiveId" clId="{2191A56D-6395-5084-AA47-97D830516DEF}" dt="2026-09-25T18:04:01.793" v="1030" actId="1076"/>
          <ac:spMkLst>
            <pc:docMk/>
            <pc:sldMk cId="11807257" sldId="266"/>
            <ac:spMk id="104" creationId="{87A0B5E8-67E8-4392-8C38-F244E8D896E5}"/>
          </ac:spMkLst>
        </pc:spChg>
        <pc:picChg chg="mod">
          <ac:chgData name="Flynt Moreland" userId="47b7ad52eb67ca0e" providerId="LiveId" clId="{2191A56D-6395-5084-AA47-97D830516DEF}" dt="2026-09-23T17:06:09.471" v="4" actId="14100"/>
          <ac:picMkLst>
            <pc:docMk/>
            <pc:sldMk cId="11807257" sldId="266"/>
            <ac:picMk id="102" creationId="{00000000-0000-0000-0000-000000000000}"/>
          </ac:picMkLst>
        </pc:picChg>
      </pc:sldChg>
      <pc:sldChg chg="addSp delSp modSp mod modNotesTx">
        <pc:chgData name="Flynt Moreland" userId="47b7ad52eb67ca0e" providerId="LiveId" clId="{2191A56D-6395-5084-AA47-97D830516DEF}" dt="2026-09-27T21:19:19.260" v="3491" actId="20577"/>
        <pc:sldMkLst>
          <pc:docMk/>
          <pc:sldMk cId="167276357" sldId="267"/>
        </pc:sldMkLst>
        <pc:spChg chg="mod">
          <ac:chgData name="Flynt Moreland" userId="47b7ad52eb67ca0e" providerId="LiveId" clId="{2191A56D-6395-5084-AA47-97D830516DEF}" dt="2026-09-27T21:18:34.919" v="3490" actId="20577"/>
          <ac:spMkLst>
            <pc:docMk/>
            <pc:sldMk cId="167276357" sldId="267"/>
            <ac:spMk id="10" creationId="{16E06361-80DB-45DD-92B6-F356A518677A}"/>
          </ac:spMkLst>
        </pc:spChg>
        <pc:spChg chg="mod">
          <ac:chgData name="Flynt Moreland" userId="47b7ad52eb67ca0e" providerId="LiveId" clId="{2191A56D-6395-5084-AA47-97D830516DEF}" dt="2026-09-26T21:29:58.029" v="2419" actId="1076"/>
          <ac:spMkLst>
            <pc:docMk/>
            <pc:sldMk cId="167276357" sldId="267"/>
            <ac:spMk id="12" creationId="{E34FBBA8-F9F8-4803-BECD-DA9AB31B5391}"/>
          </ac:spMkLst>
        </pc:spChg>
        <pc:spChg chg="add del mod">
          <ac:chgData name="Flynt Moreland" userId="47b7ad52eb67ca0e" providerId="LiveId" clId="{2191A56D-6395-5084-AA47-97D830516DEF}" dt="2026-09-26T21:02:04.217" v="2313"/>
          <ac:spMkLst>
            <pc:docMk/>
            <pc:sldMk cId="167276357" sldId="267"/>
            <ac:spMk id="14" creationId="{8A9588EC-132B-BB05-5EF6-CA82A04D5303}"/>
          </ac:spMkLst>
        </pc:spChg>
        <pc:picChg chg="add mod">
          <ac:chgData name="Flynt Moreland" userId="47b7ad52eb67ca0e" providerId="LiveId" clId="{2191A56D-6395-5084-AA47-97D830516DEF}" dt="2026-09-26T21:29:34.764" v="2417" actId="1076"/>
          <ac:picMkLst>
            <pc:docMk/>
            <pc:sldMk cId="167276357" sldId="267"/>
            <ac:picMk id="15" creationId="{26AEA483-439F-4D84-30E7-BFCDE8CD4AC6}"/>
          </ac:picMkLst>
        </pc:picChg>
      </pc:sldChg>
      <pc:sldChg chg="addSp modSp mod modNotesTx">
        <pc:chgData name="Flynt Moreland" userId="47b7ad52eb67ca0e" providerId="LiveId" clId="{2191A56D-6395-5084-AA47-97D830516DEF}" dt="2026-09-27T22:07:07.893" v="3563" actId="255"/>
        <pc:sldMkLst>
          <pc:docMk/>
          <pc:sldMk cId="556894544" sldId="268"/>
        </pc:sldMkLst>
        <pc:spChg chg="mod">
          <ac:chgData name="Flynt Moreland" userId="47b7ad52eb67ca0e" providerId="LiveId" clId="{2191A56D-6395-5084-AA47-97D830516DEF}" dt="2026-09-26T21:34:23.523" v="2426" actId="20577"/>
          <ac:spMkLst>
            <pc:docMk/>
            <pc:sldMk cId="556894544" sldId="268"/>
            <ac:spMk id="10" creationId="{D6708AAD-DEC7-401C-B8B7-123BE5B273D0}"/>
          </ac:spMkLst>
        </pc:spChg>
        <pc:spChg chg="mod">
          <ac:chgData name="Flynt Moreland" userId="47b7ad52eb67ca0e" providerId="LiveId" clId="{2191A56D-6395-5084-AA47-97D830516DEF}" dt="2026-09-26T21:54:09.193" v="2703" actId="1076"/>
          <ac:spMkLst>
            <pc:docMk/>
            <pc:sldMk cId="556894544" sldId="268"/>
            <ac:spMk id="12" creationId="{4B84C1F8-6615-4F4A-87D0-FD575422D5B0}"/>
          </ac:spMkLst>
        </pc:spChg>
        <pc:spChg chg="mod">
          <ac:chgData name="Flynt Moreland" userId="47b7ad52eb67ca0e" providerId="LiveId" clId="{2191A56D-6395-5084-AA47-97D830516DEF}" dt="2026-09-26T21:54:16.684" v="2704" actId="1076"/>
          <ac:spMkLst>
            <pc:docMk/>
            <pc:sldMk cId="556894544" sldId="268"/>
            <ac:spMk id="13" creationId="{A18467A2-F91C-4751-B23B-79EDC999FB65}"/>
          </ac:spMkLst>
        </pc:spChg>
        <pc:spChg chg="mod">
          <ac:chgData name="Flynt Moreland" userId="47b7ad52eb67ca0e" providerId="LiveId" clId="{2191A56D-6395-5084-AA47-97D830516DEF}" dt="2026-09-26T21:04:56.220" v="2326" actId="21"/>
          <ac:spMkLst>
            <pc:docMk/>
            <pc:sldMk cId="556894544" sldId="268"/>
            <ac:spMk id="14" creationId="{01209627-DBBE-4747-B3C7-2E6008879A07}"/>
          </ac:spMkLst>
        </pc:spChg>
        <pc:spChg chg="mod">
          <ac:chgData name="Flynt Moreland" userId="47b7ad52eb67ca0e" providerId="LiveId" clId="{2191A56D-6395-5084-AA47-97D830516DEF}" dt="2026-09-27T22:07:07.893" v="3563" actId="255"/>
          <ac:spMkLst>
            <pc:docMk/>
            <pc:sldMk cId="556894544" sldId="268"/>
            <ac:spMk id="15" creationId="{F062593D-002E-478D-9224-2EE9B44711D8}"/>
          </ac:spMkLst>
        </pc:spChg>
        <pc:spChg chg="add mod">
          <ac:chgData name="Flynt Moreland" userId="47b7ad52eb67ca0e" providerId="LiveId" clId="{2191A56D-6395-5084-AA47-97D830516DEF}" dt="2026-09-27T21:50:00.075" v="3560" actId="1076"/>
          <ac:spMkLst>
            <pc:docMk/>
            <pc:sldMk cId="556894544" sldId="268"/>
            <ac:spMk id="18" creationId="{058DD234-4D8C-5447-D4B0-C2455359A250}"/>
          </ac:spMkLst>
        </pc:spChg>
        <pc:picChg chg="add mod">
          <ac:chgData name="Flynt Moreland" userId="47b7ad52eb67ca0e" providerId="LiveId" clId="{2191A56D-6395-5084-AA47-97D830516DEF}" dt="2026-09-27T21:45:45.784" v="3524" actId="1076"/>
          <ac:picMkLst>
            <pc:docMk/>
            <pc:sldMk cId="556894544" sldId="268"/>
            <ac:picMk id="17" creationId="{4614E739-38FD-C320-788F-CAA93A8F0754}"/>
          </ac:picMkLst>
        </pc:picChg>
      </pc:sldChg>
      <pc:sldChg chg="modNotesTx">
        <pc:chgData name="Flynt Moreland" userId="47b7ad52eb67ca0e" providerId="LiveId" clId="{2191A56D-6395-5084-AA47-97D830516DEF}" dt="2026-09-26T19:40:05.235" v="1676" actId="20577"/>
        <pc:sldMkLst>
          <pc:docMk/>
          <pc:sldMk cId="587978321" sldId="269"/>
        </pc:sldMkLst>
      </pc:sldChg>
      <pc:sldChg chg="modSp mod modNotesTx">
        <pc:chgData name="Flynt Moreland" userId="47b7ad52eb67ca0e" providerId="LiveId" clId="{2191A56D-6395-5084-AA47-97D830516DEF}" dt="2026-09-26T19:55:27.915" v="1874" actId="20577"/>
        <pc:sldMkLst>
          <pc:docMk/>
          <pc:sldMk cId="11807257" sldId="270"/>
        </pc:sldMkLst>
        <pc:spChg chg="mod">
          <ac:chgData name="Flynt Moreland" userId="47b7ad52eb67ca0e" providerId="LiveId" clId="{2191A56D-6395-5084-AA47-97D830516DEF}" dt="2026-09-26T19:53:49.427" v="1858" actId="14100"/>
          <ac:spMkLst>
            <pc:docMk/>
            <pc:sldMk cId="11807257" sldId="270"/>
            <ac:spMk id="10" creationId="{EBC25132-F9F0-41AF-A6DF-858EFC42F08A}"/>
          </ac:spMkLst>
        </pc:spChg>
        <pc:spChg chg="mod">
          <ac:chgData name="Flynt Moreland" userId="47b7ad52eb67ca0e" providerId="LiveId" clId="{2191A56D-6395-5084-AA47-97D830516DEF}" dt="2026-09-26T19:53:37.732" v="1856" actId="1076"/>
          <ac:spMkLst>
            <pc:docMk/>
            <pc:sldMk cId="11807257" sldId="270"/>
            <ac:spMk id="103" creationId="{4ADBC443-1719-4518-A7A6-C2052B817B1F}"/>
          </ac:spMkLst>
        </pc:spChg>
        <pc:spChg chg="mod">
          <ac:chgData name="Flynt Moreland" userId="47b7ad52eb67ca0e" providerId="LiveId" clId="{2191A56D-6395-5084-AA47-97D830516DEF}" dt="2026-09-23T17:20:12.725" v="21" actId="1076"/>
          <ac:spMkLst>
            <pc:docMk/>
            <pc:sldMk cId="11807257" sldId="270"/>
            <ac:spMk id="104" creationId="{41453364-E691-41AB-90C9-561963C16E32}"/>
          </ac:spMkLst>
        </pc:spChg>
        <pc:spChg chg="mod">
          <ac:chgData name="Flynt Moreland" userId="47b7ad52eb67ca0e" providerId="LiveId" clId="{2191A56D-6395-5084-AA47-97D830516DEF}" dt="2026-09-26T19:54:22.918" v="1859" actId="20577"/>
          <ac:spMkLst>
            <pc:docMk/>
            <pc:sldMk cId="11807257" sldId="270"/>
            <ac:spMk id="105" creationId="{2A6B7A40-6E1A-4361-8F8A-C6A7C7183921}"/>
          </ac:spMkLst>
        </pc:spChg>
        <pc:spChg chg="mod">
          <ac:chgData name="Flynt Moreland" userId="47b7ad52eb67ca0e" providerId="LiveId" clId="{2191A56D-6395-5084-AA47-97D830516DEF}" dt="2026-09-23T17:20:26.725" v="24" actId="14100"/>
          <ac:spMkLst>
            <pc:docMk/>
            <pc:sldMk cId="11807257" sldId="270"/>
            <ac:spMk id="106" creationId="{C02288BE-DB1E-41FB-9877-D005E47CFE01}"/>
          </ac:spMkLst>
        </pc:spChg>
        <pc:picChg chg="mod">
          <ac:chgData name="Flynt Moreland" userId="47b7ad52eb67ca0e" providerId="LiveId" clId="{2191A56D-6395-5084-AA47-97D830516DEF}" dt="2026-09-23T17:20:33.613" v="25" actId="14100"/>
          <ac:picMkLst>
            <pc:docMk/>
            <pc:sldMk cId="11807257" sldId="270"/>
            <ac:picMk id="102" creationId="{00000000-0000-0000-0000-000000000000}"/>
          </ac:picMkLst>
        </pc:picChg>
      </pc:sldChg>
      <pc:sldChg chg="addSp delSp modSp add mod modNotesTx">
        <pc:chgData name="Flynt Moreland" userId="47b7ad52eb67ca0e" providerId="LiveId" clId="{2191A56D-6395-5084-AA47-97D830516DEF}" dt="2026-09-26T19:31:47.451" v="1502" actId="20577"/>
        <pc:sldMkLst>
          <pc:docMk/>
          <pc:sldMk cId="2108890522" sldId="271"/>
        </pc:sldMkLst>
        <pc:spChg chg="mod">
          <ac:chgData name="Flynt Moreland" userId="47b7ad52eb67ca0e" providerId="LiveId" clId="{2191A56D-6395-5084-AA47-97D830516DEF}" dt="2026-09-23T19:34:53.527" v="91" actId="20577"/>
          <ac:spMkLst>
            <pc:docMk/>
            <pc:sldMk cId="2108890522" sldId="271"/>
            <ac:spMk id="10" creationId="{D5A4ED8E-DF71-BA2A-F4A7-D767FA592368}"/>
          </ac:spMkLst>
        </pc:spChg>
        <pc:spChg chg="add mod">
          <ac:chgData name="Flynt Moreland" userId="47b7ad52eb67ca0e" providerId="LiveId" clId="{2191A56D-6395-5084-AA47-97D830516DEF}" dt="2026-09-23T22:51:35.766" v="295" actId="255"/>
          <ac:spMkLst>
            <pc:docMk/>
            <pc:sldMk cId="2108890522" sldId="271"/>
            <ac:spMk id="13" creationId="{129A77F5-19CD-EAB7-6FD5-EC2EA9B37AE7}"/>
          </ac:spMkLst>
        </pc:spChg>
        <pc:spChg chg="add mod">
          <ac:chgData name="Flynt Moreland" userId="47b7ad52eb67ca0e" providerId="LiveId" clId="{2191A56D-6395-5084-AA47-97D830516DEF}" dt="2026-09-23T19:39:52.211" v="172" actId="113"/>
          <ac:spMkLst>
            <pc:docMk/>
            <pc:sldMk cId="2108890522" sldId="271"/>
            <ac:spMk id="15" creationId="{5B039ABE-E0BE-2C62-EF9A-AEA4EE6753DD}"/>
          </ac:spMkLst>
        </pc:spChg>
        <pc:spChg chg="mod">
          <ac:chgData name="Flynt Moreland" userId="47b7ad52eb67ca0e" providerId="LiveId" clId="{2191A56D-6395-5084-AA47-97D830516DEF}" dt="2026-09-23T19:39:29.304" v="170" actId="1076"/>
          <ac:spMkLst>
            <pc:docMk/>
            <pc:sldMk cId="2108890522" sldId="271"/>
            <ac:spMk id="102" creationId="{DF54D690-A016-3F63-C5E3-00C1F566D16E}"/>
          </ac:spMkLst>
        </pc:spChg>
      </pc:sldChg>
      <pc:sldChg chg="addSp delSp modSp add mod modNotesTx">
        <pc:chgData name="Flynt Moreland" userId="47b7ad52eb67ca0e" providerId="LiveId" clId="{2191A56D-6395-5084-AA47-97D830516DEF}" dt="2026-09-27T21:38:42.901" v="3518" actId="20577"/>
        <pc:sldMkLst>
          <pc:docMk/>
          <pc:sldMk cId="279778258" sldId="272"/>
        </pc:sldMkLst>
        <pc:spChg chg="mod">
          <ac:chgData name="Flynt Moreland" userId="47b7ad52eb67ca0e" providerId="LiveId" clId="{2191A56D-6395-5084-AA47-97D830516DEF}" dt="2026-09-26T20:23:34.250" v="2168" actId="20577"/>
          <ac:spMkLst>
            <pc:docMk/>
            <pc:sldMk cId="279778258" sldId="272"/>
            <ac:spMk id="10" creationId="{253737DE-C319-EE20-A9CC-1E760162888E}"/>
          </ac:spMkLst>
        </pc:spChg>
        <pc:spChg chg="mod">
          <ac:chgData name="Flynt Moreland" userId="47b7ad52eb67ca0e" providerId="LiveId" clId="{2191A56D-6395-5084-AA47-97D830516DEF}" dt="2026-09-26T20:23:41.960" v="2169" actId="1076"/>
          <ac:spMkLst>
            <pc:docMk/>
            <pc:sldMk cId="279778258" sldId="272"/>
            <ac:spMk id="12" creationId="{EA05DF06-9210-6239-96B3-26F3B27C8B61}"/>
          </ac:spMkLst>
        </pc:spChg>
        <pc:spChg chg="mod">
          <ac:chgData name="Flynt Moreland" userId="47b7ad52eb67ca0e" providerId="LiveId" clId="{2191A56D-6395-5084-AA47-97D830516DEF}" dt="2026-09-26T20:25:24.884" v="2173" actId="1076"/>
          <ac:spMkLst>
            <pc:docMk/>
            <pc:sldMk cId="279778258" sldId="272"/>
            <ac:spMk id="13" creationId="{8B110341-24CD-6500-888F-A7D060A7B9E1}"/>
          </ac:spMkLst>
        </pc:spChg>
        <pc:spChg chg="mod">
          <ac:chgData name="Flynt Moreland" userId="47b7ad52eb67ca0e" providerId="LiveId" clId="{2191A56D-6395-5084-AA47-97D830516DEF}" dt="2026-09-26T20:27:17.673" v="2206" actId="1076"/>
          <ac:spMkLst>
            <pc:docMk/>
            <pc:sldMk cId="279778258" sldId="272"/>
            <ac:spMk id="14" creationId="{6536D9C4-803D-1296-FE2B-817B90791D56}"/>
          </ac:spMkLst>
        </pc:spChg>
        <pc:spChg chg="mod">
          <ac:chgData name="Flynt Moreland" userId="47b7ad52eb67ca0e" providerId="LiveId" clId="{2191A56D-6395-5084-AA47-97D830516DEF}" dt="2026-09-26T20:27:29.851" v="2207" actId="1076"/>
          <ac:spMkLst>
            <pc:docMk/>
            <pc:sldMk cId="279778258" sldId="272"/>
            <ac:spMk id="15" creationId="{C5E5137B-D448-7691-767A-E40057593F9B}"/>
          </ac:spMkLst>
        </pc:spChg>
        <pc:spChg chg="mod">
          <ac:chgData name="Flynt Moreland" userId="47b7ad52eb67ca0e" providerId="LiveId" clId="{2191A56D-6395-5084-AA47-97D830516DEF}" dt="2026-09-26T20:27:39.632" v="2208" actId="1076"/>
          <ac:spMkLst>
            <pc:docMk/>
            <pc:sldMk cId="279778258" sldId="272"/>
            <ac:spMk id="18" creationId="{CAFEDA51-5E6E-94CB-EC77-A8EADB35E37A}"/>
          </ac:spMkLst>
        </pc:spChg>
        <pc:picChg chg="del mod">
          <ac:chgData name="Flynt Moreland" userId="47b7ad52eb67ca0e" providerId="LiveId" clId="{2191A56D-6395-5084-AA47-97D830516DEF}" dt="2026-09-26T20:32:25.771" v="2213" actId="478"/>
          <ac:picMkLst>
            <pc:docMk/>
            <pc:sldMk cId="279778258" sldId="272"/>
            <ac:picMk id="17" creationId="{744C28B9-B615-C878-73FD-E78D108A80A9}"/>
          </ac:picMkLst>
        </pc:picChg>
        <pc:picChg chg="add mod">
          <ac:chgData name="Flynt Moreland" userId="47b7ad52eb67ca0e" providerId="LiveId" clId="{2191A56D-6395-5084-AA47-97D830516DEF}" dt="2026-09-26T20:32:56.362" v="2219" actId="1076"/>
          <ac:picMkLst>
            <pc:docMk/>
            <pc:sldMk cId="279778258" sldId="272"/>
            <ac:picMk id="20" creationId="{0C709E10-8EF5-A33C-10B6-A526903D2678}"/>
          </ac:picMkLst>
        </pc:picChg>
      </pc:sldChg>
      <pc:sldChg chg="delSp modSp add mod modNotesTx">
        <pc:chgData name="Flynt Moreland" userId="47b7ad52eb67ca0e" providerId="LiveId" clId="{2191A56D-6395-5084-AA47-97D830516DEF}" dt="2026-09-26T21:02:13.965" v="2314" actId="1076"/>
        <pc:sldMkLst>
          <pc:docMk/>
          <pc:sldMk cId="3164311843" sldId="273"/>
        </pc:sldMkLst>
        <pc:spChg chg="del mod">
          <ac:chgData name="Flynt Moreland" userId="47b7ad52eb67ca0e" providerId="LiveId" clId="{2191A56D-6395-5084-AA47-97D830516DEF}" dt="2026-09-26T20:25:02.317" v="2172"/>
          <ac:spMkLst>
            <pc:docMk/>
            <pc:sldMk cId="3164311843" sldId="273"/>
            <ac:spMk id="18" creationId="{9D939127-B4B5-518B-20EC-0A91EA83C36C}"/>
          </ac:spMkLst>
        </pc:spChg>
        <pc:picChg chg="mod">
          <ac:chgData name="Flynt Moreland" userId="47b7ad52eb67ca0e" providerId="LiveId" clId="{2191A56D-6395-5084-AA47-97D830516DEF}" dt="2026-09-26T21:02:13.965" v="2314" actId="1076"/>
          <ac:picMkLst>
            <pc:docMk/>
            <pc:sldMk cId="3164311843" sldId="273"/>
            <ac:picMk id="17" creationId="{A416B849-852B-C86D-DDE0-014CB34D5018}"/>
          </ac:picMkLst>
        </pc:picChg>
      </pc:sldChg>
      <pc:sldChg chg="addSp delSp modSp add mod modNotesTx">
        <pc:chgData name="Flynt Moreland" userId="47b7ad52eb67ca0e" providerId="LiveId" clId="{2191A56D-6395-5084-AA47-97D830516DEF}" dt="2026-09-27T21:51:02.172" v="3561" actId="14100"/>
        <pc:sldMkLst>
          <pc:docMk/>
          <pc:sldMk cId="2546389622" sldId="274"/>
        </pc:sldMkLst>
        <pc:spChg chg="mod">
          <ac:chgData name="Flynt Moreland" userId="47b7ad52eb67ca0e" providerId="LiveId" clId="{2191A56D-6395-5084-AA47-97D830516DEF}" dt="2026-09-27T20:11:58.683" v="2784" actId="115"/>
          <ac:spMkLst>
            <pc:docMk/>
            <pc:sldMk cId="2546389622" sldId="274"/>
            <ac:spMk id="12" creationId="{C0774253-CDFA-6953-BD38-9E0E66E9693F}"/>
          </ac:spMkLst>
        </pc:spChg>
        <pc:spChg chg="mod">
          <ac:chgData name="Flynt Moreland" userId="47b7ad52eb67ca0e" providerId="LiveId" clId="{2191A56D-6395-5084-AA47-97D830516DEF}" dt="2026-09-27T20:09:53.045" v="2777" actId="14100"/>
          <ac:spMkLst>
            <pc:docMk/>
            <pc:sldMk cId="2546389622" sldId="274"/>
            <ac:spMk id="13" creationId="{52E1F046-AFDC-6AE0-F239-CBB22FBCD099}"/>
          </ac:spMkLst>
        </pc:spChg>
        <pc:spChg chg="mod">
          <ac:chgData name="Flynt Moreland" userId="47b7ad52eb67ca0e" providerId="LiveId" clId="{2191A56D-6395-5084-AA47-97D830516DEF}" dt="2026-09-27T20:08:18.603" v="2769" actId="20577"/>
          <ac:spMkLst>
            <pc:docMk/>
            <pc:sldMk cId="2546389622" sldId="274"/>
            <ac:spMk id="14" creationId="{9A2B4C26-CCC9-6CEE-007C-4C407672F30C}"/>
          </ac:spMkLst>
        </pc:spChg>
        <pc:spChg chg="mod">
          <ac:chgData name="Flynt Moreland" userId="47b7ad52eb67ca0e" providerId="LiveId" clId="{2191A56D-6395-5084-AA47-97D830516DEF}" dt="2026-09-27T20:08:27.860" v="2770" actId="20577"/>
          <ac:spMkLst>
            <pc:docMk/>
            <pc:sldMk cId="2546389622" sldId="274"/>
            <ac:spMk id="15" creationId="{3B811A1B-A452-BD07-C477-8A2B9359E084}"/>
          </ac:spMkLst>
        </pc:spChg>
        <pc:spChg chg="add mod">
          <ac:chgData name="Flynt Moreland" userId="47b7ad52eb67ca0e" providerId="LiveId" clId="{2191A56D-6395-5084-AA47-97D830516DEF}" dt="2026-09-27T21:51:02.172" v="3561" actId="14100"/>
          <ac:spMkLst>
            <pc:docMk/>
            <pc:sldMk cId="2546389622" sldId="274"/>
            <ac:spMk id="17" creationId="{33D6FC9D-2094-8C86-248F-B4CF7264B7AC}"/>
          </ac:spMkLst>
        </pc:spChg>
        <pc:spChg chg="del mod">
          <ac:chgData name="Flynt Moreland" userId="47b7ad52eb67ca0e" providerId="LiveId" clId="{2191A56D-6395-5084-AA47-97D830516DEF}" dt="2026-09-27T20:13:24.346" v="2789"/>
          <ac:spMkLst>
            <pc:docMk/>
            <pc:sldMk cId="2546389622" sldId="274"/>
            <ac:spMk id="18" creationId="{DF15F3CA-924A-E422-9910-7A37EF62F95F}"/>
          </ac:spMkLst>
        </pc:spChg>
        <pc:spChg chg="add mod">
          <ac:chgData name="Flynt Moreland" userId="47b7ad52eb67ca0e" providerId="LiveId" clId="{2191A56D-6395-5084-AA47-97D830516DEF}" dt="2026-09-27T21:39:59.596" v="3519"/>
          <ac:spMkLst>
            <pc:docMk/>
            <pc:sldMk cId="2546389622" sldId="274"/>
            <ac:spMk id="21" creationId="{871BB900-1DD9-2510-2562-77D5EB93FA44}"/>
          </ac:spMkLst>
        </pc:spChg>
        <pc:spChg chg="add del mod">
          <ac:chgData name="Flynt Moreland" userId="47b7ad52eb67ca0e" providerId="LiveId" clId="{2191A56D-6395-5084-AA47-97D830516DEF}" dt="2026-09-27T20:14:04.018" v="2792"/>
          <ac:spMkLst>
            <pc:docMk/>
            <pc:sldMk cId="2546389622" sldId="274"/>
            <ac:spMk id="22" creationId="{CE1D7B24-1566-BCCB-CB5E-28987359F934}"/>
          </ac:spMkLst>
        </pc:spChg>
        <pc:spChg chg="add del mod">
          <ac:chgData name="Flynt Moreland" userId="47b7ad52eb67ca0e" providerId="LiveId" clId="{2191A56D-6395-5084-AA47-97D830516DEF}" dt="2026-09-27T20:15:58.565" v="2800" actId="11529"/>
          <ac:spMkLst>
            <pc:docMk/>
            <pc:sldMk cId="2546389622" sldId="274"/>
            <ac:spMk id="23" creationId="{A5D4F55C-B7C4-34D7-45C3-E056A0044DA4}"/>
          </ac:spMkLst>
        </pc:spChg>
        <pc:spChg chg="add mod">
          <ac:chgData name="Flynt Moreland" userId="47b7ad52eb67ca0e" providerId="LiveId" clId="{2191A56D-6395-5084-AA47-97D830516DEF}" dt="2026-09-27T21:42:33.206" v="3520"/>
          <ac:spMkLst>
            <pc:docMk/>
            <pc:sldMk cId="2546389622" sldId="274"/>
            <ac:spMk id="24" creationId="{C1A33894-6AA4-9853-29E0-525907245D08}"/>
          </ac:spMkLst>
        </pc:spChg>
        <pc:picChg chg="del">
          <ac:chgData name="Flynt Moreland" userId="47b7ad52eb67ca0e" providerId="LiveId" clId="{2191A56D-6395-5084-AA47-97D830516DEF}" dt="2026-09-27T20:09:23.556" v="2772" actId="478"/>
          <ac:picMkLst>
            <pc:docMk/>
            <pc:sldMk cId="2546389622" sldId="274"/>
            <ac:picMk id="20" creationId="{E89FB8FA-0EEE-68C8-F289-A11970D22CA3}"/>
          </ac:picMkLst>
        </pc:picChg>
      </pc:sldChg>
      <pc:sldChg chg="addSp modSp mod modNotesTx">
        <pc:chgData name="Flynt Moreland" userId="47b7ad52eb67ca0e" providerId="LiveId" clId="{2191A56D-6395-5084-AA47-97D830516DEF}" dt="2026-09-27T21:06:14.847" v="3489" actId="1076"/>
        <pc:sldMkLst>
          <pc:docMk/>
          <pc:sldMk cId="556894544" sldId="275"/>
        </pc:sldMkLst>
        <pc:spChg chg="add mod">
          <ac:chgData name="Flynt Moreland" userId="47b7ad52eb67ca0e" providerId="LiveId" clId="{2191A56D-6395-5084-AA47-97D830516DEF}" dt="2026-09-27T21:06:03.047" v="3488" actId="1076"/>
          <ac:spMkLst>
            <pc:docMk/>
            <pc:sldMk cId="556894544" sldId="275"/>
            <ac:spMk id="2" creationId="{68CF2E71-EC48-077F-E61B-74CD3BF2EA79}"/>
          </ac:spMkLst>
        </pc:spChg>
        <pc:spChg chg="mod">
          <ac:chgData name="Flynt Moreland" userId="47b7ad52eb67ca0e" providerId="LiveId" clId="{2191A56D-6395-5084-AA47-97D830516DEF}" dt="2026-09-27T21:06:14.847" v="3489" actId="1076"/>
          <ac:spMkLst>
            <pc:docMk/>
            <pc:sldMk cId="556894544" sldId="275"/>
            <ac:spMk id="12" creationId="{A18467A2-F91C-4751-B23B-79EDC999FB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church has faced terrible opposition, and believers have been scattered. Yet the message travels with them. </a:t>
            </a:r>
            <a:r>
              <a:rPr lang="en-US" dirty="0"/>
              <a:t>First,</a:t>
            </a:r>
            <a:r>
              <a:rPr dirty="0"/>
              <a:t> we meet a community in Samaria, then one traveler on a road. Along the way, Simon’s request raises question</a:t>
            </a:r>
            <a:r>
              <a:rPr lang="en-US" dirty="0"/>
              <a:t>s</a:t>
            </a:r>
            <a:r>
              <a:rPr dirty="0"/>
              <a:t> about our motives. Through both encounters, Luke keeps our attention on Jesus and on God’s work in bringing people to hear about him. The study guide asks us to compare these stories.</a:t>
            </a:r>
            <a:r>
              <a:rPr lang="en-US" dirty="0"/>
              <a:t> [NEXT SLIDE]</a:t>
            </a:r>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8:4–40; Acts 1:8. Study Guide lesson introduction and Questions 1, 5, and 6; Bible note 8:1–4 (IMG_3197.jpeg).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DCBF4-8261-EA0D-F5B8-CB0C4B438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10C6F-8892-54E0-BC46-C6E05E771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BED0C-BA65-8773-44D2-999A17EF7FC5}"/>
              </a:ext>
            </a:extLst>
          </p:cNvPr>
          <p:cNvSpPr>
            <a:spLocks noGrp="1"/>
          </p:cNvSpPr>
          <p:nvPr>
            <p:ph type="body" idx="1"/>
          </p:nvPr>
        </p:nvSpPr>
        <p:spPr/>
        <p:txBody>
          <a:bodyPr/>
          <a:lstStyle/>
          <a:p>
            <a:r>
              <a:rPr lang="en-US" dirty="0"/>
              <a:t>Before we go further, let’s clarify which Philip we’re following. The Philip in Acts 8 is not Philip the apostle. He is Philip the evangelist, one of the seven men chosen in Acts 6 to help meet the needs of the growing church.</a:t>
            </a:r>
          </a:p>
          <a:p>
            <a:r>
              <a:rPr lang="en-US" dirty="0"/>
              <a:t>It’s easy to confuse them, but Acts 21:8 identifies this Philip as “the evangelist” and “one of the seven.” [NEXT SLIDE]</a:t>
            </a:r>
          </a:p>
          <a:p>
            <a:endParaRPr dirty="0"/>
          </a:p>
        </p:txBody>
      </p:sp>
      <p:sp>
        <p:nvSpPr>
          <p:cNvPr id="4" name="Slide Number Placeholder 3">
            <a:extLst>
              <a:ext uri="{FF2B5EF4-FFF2-40B4-BE49-F238E27FC236}">
                <a16:creationId xmlns:a16="http://schemas.microsoft.com/office/drawing/2014/main" id="{C7E2EE24-DC24-3FB5-D5D2-5B5F7894409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4537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in here loves maps.  Was that you, John? Here’s a map to </a:t>
            </a:r>
            <a:r>
              <a:rPr dirty="0"/>
              <a:t>help picture the scale of Philip’s ministry. The hillier stretches could require several days of walking. </a:t>
            </a:r>
            <a:r>
              <a:rPr lang="en-US" dirty="0"/>
              <a:t>The actual routes are unknown</a:t>
            </a:r>
            <a:r>
              <a:rPr dirty="0"/>
              <a:t>, and time spent preaching would add to t</a:t>
            </a:r>
            <a:r>
              <a:rPr lang="en-US" dirty="0"/>
              <a:t>he trip time. </a:t>
            </a:r>
            <a:r>
              <a:rPr dirty="0"/>
              <a:t>Acts places the encounter </a:t>
            </a:r>
            <a:r>
              <a:rPr lang="en-US" dirty="0"/>
              <a:t>with the Ethiopian </a:t>
            </a:r>
            <a:r>
              <a:rPr dirty="0"/>
              <a:t>on the road to Gaza, not necessarily in Gaza itself. The Gaza to Azotus row compares the locations only. Scripture says the Spirit took Philip away and he appeared at Azotus.</a:t>
            </a:r>
            <a:r>
              <a:rPr lang="en-US" dirty="0"/>
              <a:t> Now on with the questions. [NEXT SLIDE]</a:t>
            </a:r>
            <a:endParaRPr dirty="0"/>
          </a:p>
          <a:p>
            <a:endParaRPr dirty="0"/>
          </a:p>
          <a:p>
            <a:r>
              <a:rPr dirty="0"/>
              <a:t>[Sources]</a:t>
            </a:r>
          </a:p>
          <a:p>
            <a:r>
              <a:rPr dirty="0"/>
              <a:t>Map: user supplied Phillip Travel </a:t>
            </a:r>
            <a:r>
              <a:rPr dirty="0" err="1"/>
              <a:t>Map.png</a:t>
            </a:r>
            <a:r>
              <a:rPr dirty="0"/>
              <a:t>, Rose Guide to the Book of Acts, printed page 11. https://</a:t>
            </a:r>
            <a:r>
              <a:rPr dirty="0" err="1"/>
              <a:t>files.tyndale.com</a:t>
            </a:r>
            <a:r>
              <a:rPr dirty="0"/>
              <a:t>/</a:t>
            </a:r>
            <a:r>
              <a:rPr dirty="0" err="1"/>
              <a:t>thpdata</a:t>
            </a:r>
            <a:r>
              <a:rPr dirty="0"/>
              <a:t>/</a:t>
            </a:r>
            <a:r>
              <a:rPr dirty="0" err="1"/>
              <a:t>firstchapters</a:t>
            </a:r>
            <a:r>
              <a:rPr dirty="0"/>
              <a:t>/978-1-64938-020-3.pdf#page=12</a:t>
            </a:r>
          </a:p>
          <a:p>
            <a:r>
              <a:rPr dirty="0"/>
              <a:t>Distances: https://</a:t>
            </a:r>
            <a:r>
              <a:rPr dirty="0" err="1"/>
              <a:t>wednesdayintheword.com</a:t>
            </a:r>
            <a:r>
              <a:rPr dirty="0"/>
              <a:t>/distances-</a:t>
            </a:r>
            <a:r>
              <a:rPr dirty="0" err="1"/>
              <a:t>jerusalem</a:t>
            </a:r>
            <a:r>
              <a:rPr dirty="0"/>
              <a:t>/ and https://</a:t>
            </a:r>
            <a:r>
              <a:rPr dirty="0" err="1"/>
              <a:t>www.biblegateway.com</a:t>
            </a:r>
            <a:r>
              <a:rPr dirty="0"/>
              <a:t>/resources/reformation-study-bible/Acts.8.40</a:t>
            </a:r>
          </a:p>
          <a:p>
            <a:r>
              <a:rPr dirty="0"/>
              <a:t>Acts 8:26–40. Walking assumptions: roughly 12–15 miles per day on hillier sections and 15–20 on easier sections, with broad allowances for slower travel. These estimates are not a terrain-model calculation. Samaria to Gaza sums the estimated distances via Jerusalem. No total duration is asserted.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In Samaria, Philip’s miraculous signs and preaching led people to believe his message; Peter and John then pray</a:t>
            </a:r>
            <a:r>
              <a:rPr lang="en-US" dirty="0"/>
              <a:t>ed with</a:t>
            </a:r>
            <a:r>
              <a:rPr dirty="0"/>
              <a:t> and la</a:t>
            </a:r>
            <a:r>
              <a:rPr lang="en-US" dirty="0"/>
              <a:t>id</a:t>
            </a:r>
            <a:r>
              <a:rPr dirty="0"/>
              <a:t> hands on them. God then directs Philip to a man reading Isaiah, where Philip explains Jesus. The man requests baptism without a reported apostolic visit. His welcome resonates with Psalm 68:31 and Isaiah 56:3–5.  </a:t>
            </a:r>
            <a:r>
              <a:rPr lang="en-US" dirty="0"/>
              <a:t>Let’s read these passages: </a:t>
            </a:r>
            <a:r>
              <a:rPr dirty="0"/>
              <a:t>[Read Psalm 68:31] [Read Isaiah 56:3–5.]</a:t>
            </a:r>
            <a:r>
              <a:rPr lang="en-US" dirty="0"/>
              <a:t> </a:t>
            </a:r>
            <a:endParaRPr dirty="0"/>
          </a:p>
          <a:p>
            <a:r>
              <a:rPr dirty="0"/>
              <a:t>Let’s compare these two encounters</a:t>
            </a:r>
            <a:r>
              <a:rPr lang="en-US" dirty="0"/>
              <a:t>, and then we will loop back and look at the stories of Simon and the Ethiopian. [NEXT SLIDE]</a:t>
            </a:r>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8:4–17; John 4:9; Acts 1:8. Study Guide Question 1 and notes on Samaria and Peter and John. Bible notes 8:5 (IMG_3197.jpeg), 8:15–17 (IMG_3199.jpeg). Acts 8:26–40; Deuteronomy 23:1; Psalm 68:31; Isaiah 56:3–5; Ephesians 2:11–18. Study Guide Question 5 and eunuch note, footnote [8]; Bible notes 8:27 (IMG_3199.jpeg) and 8:29–35 (IMG_3199.jpeg and IMG_3200.jpeg).</a:t>
            </a:r>
          </a:p>
          <a:p>
            <a:endParaRPr dirty="0"/>
          </a:p>
          <a:p>
            <a:r>
              <a:rPr dirty="0" err="1"/>
              <a:t>Nonspoken</a:t>
            </a:r>
            <a:r>
              <a:rPr dirty="0"/>
              <a:t> reference: full original wording and context</a:t>
            </a:r>
          </a:p>
          <a:p>
            <a:r>
              <a:rPr dirty="0"/>
              <a:t>1. Questions 1 and 5 will help you compare the two episodes in 8:4–25 and 8:26–40.</a:t>
            </a:r>
          </a:p>
          <a:p>
            <a:r>
              <a:rPr dirty="0"/>
              <a:t>a. In 8:4–25, who is evangelized, convinced, and baptized?</a:t>
            </a:r>
          </a:p>
          <a:p>
            <a:r>
              <a:rPr dirty="0"/>
              <a:t>b. What do the Jews think of these people (see John 4:9)?</a:t>
            </a:r>
          </a:p>
          <a:p>
            <a:r>
              <a:rPr dirty="0"/>
              <a:t>c. How is this group’s conversion significant to the progress of the gospel? (Recall who has been converted up to now.)</a:t>
            </a:r>
          </a:p>
          <a:p>
            <a:r>
              <a:rPr dirty="0"/>
              <a:t>d. What convinces this group to become believers (see 8:6–8, 12)?</a:t>
            </a:r>
          </a:p>
          <a:p>
            <a:r>
              <a:rPr dirty="0"/>
              <a:t>e. What is the apostles’ role in bringing this group into the church (see 8:14–17)?</a:t>
            </a:r>
          </a:p>
          <a:p>
            <a:r>
              <a:rPr dirty="0"/>
              <a:t>5. Keep question 1 in mind as you answer these questions.</a:t>
            </a:r>
          </a:p>
          <a:p>
            <a:r>
              <a:rPr dirty="0"/>
              <a:t>a. Who accepted the gospel in 8:26–40?</a:t>
            </a:r>
          </a:p>
          <a:p>
            <a:r>
              <a:rPr dirty="0"/>
              <a:t>b. What status did this kind of person have with the Jews (see Deuteronomy 23:1)?</a:t>
            </a:r>
          </a:p>
          <a:p>
            <a:r>
              <a:rPr dirty="0"/>
              <a:t>c. How was this person’s conversion significant to the progress of the gospel (see Psalm 68:31; Isaiah 56:3–5; Ephesians 2:11–18)?</a:t>
            </a:r>
          </a:p>
          <a:p>
            <a:r>
              <a:rPr dirty="0"/>
              <a:t>d. What was the apostles’ role in taking the step to permit such a person into the church? Why is this important?</a:t>
            </a:r>
          </a:p>
          <a:p>
            <a:r>
              <a:rPr dirty="0"/>
              <a:t>e. What convinced this person to be baptized (see 8:35)?</a:t>
            </a:r>
          </a:p>
          <a:p>
            <a:r>
              <a:rPr dirty="0"/>
              <a:t>Match by topic: 1a with 5a, 1b with 5b, 1c with 5c, 1d with 5e, and 1e with 5d. In the presentation, ask about one topic before revealing its paired answers. Samaritans should not be treated as a generic label for all Gentiles. Philip is one of the Seven, not the apostle Philip (Acts 6:5; 21:8). The guide and Bible note differ about the official’s earlier religious standing; Acts leaves it unsettled. Do not claim Acts records a later national conversion of Ethiopia. Question 5.1 retains its original numbering as a follow-up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Philip’s ministry in Samaria and his encounter with the Ethiopian official are commonly placed in the </a:t>
            </a:r>
            <a:r>
              <a:rPr lang="en-US" b="1" dirty="0"/>
              <a:t>early to mid-30s AD. Luke</a:t>
            </a:r>
            <a:r>
              <a:rPr lang="en-US" dirty="0"/>
              <a:t> wrote Acts </a:t>
            </a:r>
            <a:r>
              <a:rPr lang="en-US"/>
              <a:t>roughly 30 to 40 </a:t>
            </a:r>
            <a:r>
              <a:rPr lang="en-US" dirty="0"/>
              <a:t>years later.  Thus, this is more than just storytelling. Luke was inspired to make a point. [Pause for discussion.]</a:t>
            </a:r>
          </a:p>
          <a:p>
            <a:endParaRPr dirty="0"/>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8:4–17; John 4:9; Acts 1:8. Study Guide Question 1 and notes on Samaria and Peter and John. Bible notes 8:5 (IMG_3197.jpeg), 8:15–17 (IMG_3199.jpeg). Acts 8:26–40; Deuteronomy 23:1; Psalm 68:31; Isaiah 56:3–5; Ephesians 2:11–18. Study Guide Question 5 and eunuch note, footnote [8]; Bible notes 8:27 (IMG_3199.jpeg) and 8:29–35 (IMG_3199.jpeg and IMG_3200.jpeg).</a:t>
            </a:r>
          </a:p>
          <a:p>
            <a:endParaRPr dirty="0"/>
          </a:p>
          <a:p>
            <a:r>
              <a:rPr dirty="0" err="1"/>
              <a:t>Nonspoken</a:t>
            </a:r>
            <a:r>
              <a:rPr dirty="0"/>
              <a:t> reference: full original wording and context</a:t>
            </a:r>
          </a:p>
          <a:p>
            <a:r>
              <a:rPr dirty="0"/>
              <a:t>1. Questions 1 and 5 will help you compare the two episodes in 8:4–25 and 8:26–40.</a:t>
            </a:r>
          </a:p>
          <a:p>
            <a:r>
              <a:rPr dirty="0"/>
              <a:t>a. In 8:4–25, who is evangelized, convinced, and baptized?</a:t>
            </a:r>
          </a:p>
          <a:p>
            <a:r>
              <a:rPr dirty="0"/>
              <a:t>b. What do the Jews think of these people (see John 4:9)?</a:t>
            </a:r>
          </a:p>
          <a:p>
            <a:r>
              <a:rPr dirty="0"/>
              <a:t>c. How is this group’s conversion significant to the progress of the gospel? (Recall who has been converted up to now.)</a:t>
            </a:r>
          </a:p>
          <a:p>
            <a:r>
              <a:rPr dirty="0"/>
              <a:t>d. What convinces this group to become believers (see 8:6–8, 12)?</a:t>
            </a:r>
          </a:p>
          <a:p>
            <a:r>
              <a:rPr dirty="0"/>
              <a:t>e. What is the apostles’ role in bringing this group into the church (see 8:14–17)?</a:t>
            </a:r>
          </a:p>
          <a:p>
            <a:r>
              <a:rPr dirty="0"/>
              <a:t>5. Keep question 1 in mind as you answer these questions.</a:t>
            </a:r>
          </a:p>
          <a:p>
            <a:r>
              <a:rPr dirty="0"/>
              <a:t>a. Who accepted the gospel in 8:26–40?</a:t>
            </a:r>
          </a:p>
          <a:p>
            <a:r>
              <a:rPr dirty="0"/>
              <a:t>b. What status did this kind of person have with the Jews (see Deuteronomy 23:1)?</a:t>
            </a:r>
          </a:p>
          <a:p>
            <a:r>
              <a:rPr dirty="0"/>
              <a:t>c. How was this person’s conversion significant to the progress of the gospel (see Psalm 68:31; Isaiah 56:3–5; Ephesians 2:11–18)?</a:t>
            </a:r>
          </a:p>
          <a:p>
            <a:r>
              <a:rPr dirty="0"/>
              <a:t>d. What was the apostles’ role in taking the step to permit such a person into the church? Why is this important?</a:t>
            </a:r>
          </a:p>
          <a:p>
            <a:r>
              <a:rPr dirty="0"/>
              <a:t>e. What convinced this person to be baptized (see 8:35)?</a:t>
            </a:r>
          </a:p>
          <a:p>
            <a:r>
              <a:rPr dirty="0"/>
              <a:t>Full comparison row: Who responds? | Samaritan men and women, including Simon. | An Ethiopian eunuch responsible for the queen’s treasury.</a:t>
            </a:r>
          </a:p>
          <a:p>
            <a:r>
              <a:rPr dirty="0"/>
              <a:t>Match by topic: 1a with 5a, 1b with 5b, 1c with 5c, 1d with 5e, and 1e with 5d. In the presentation, ask about one topic before revealing its paired answers. Samaritans should not be treated as a generic label for all Gentiles. Philip is one of the Seven, not the apostle Philip (Acts 6:5; 21:8). The guide and Bible note differ about the official’s earlier religious standing; Acts leaves it unsettled. Do not claim Acts records a later national conversion of Ethiopia. Question 5.1 retains its original numbering as a follow-up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I ask: what point was Luke trying to make</a:t>
            </a:r>
            <a:r>
              <a:rPr dirty="0"/>
              <a:t>?</a:t>
            </a:r>
            <a:r>
              <a:rPr lang="en-US" dirty="0"/>
              <a:t> How does this apply today?</a:t>
            </a:r>
            <a:endParaRPr dirty="0"/>
          </a:p>
          <a:p>
            <a:r>
              <a:rPr dirty="0"/>
              <a:t>[Pause for discussion.]</a:t>
            </a:r>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8:4–17; John 4:9; Acts 1:8. Study Guide Question 1 and notes on Samaria and Peter and John. Bible notes 8:5 (IMG_3197.jpeg), 8:15–17 (IMG_3199.jpeg). Acts 8:26–40; Deuteronomy 23:1; Psalm 68:31; Isaiah 56:3–5; Ephesians 2:11–18. Study Guide Question 5 and eunuch note, footnote [8]; Bible notes 8:27 (IMG_3199.jpeg) and 8:29–35 (IMG_3199.jpeg and IMG_3200.jpeg).</a:t>
            </a:r>
          </a:p>
          <a:p>
            <a:endParaRPr dirty="0"/>
          </a:p>
          <a:p>
            <a:r>
              <a:rPr dirty="0" err="1"/>
              <a:t>Nonspoken</a:t>
            </a:r>
            <a:r>
              <a:rPr dirty="0"/>
              <a:t> reference: full original wording and context</a:t>
            </a:r>
          </a:p>
          <a:p>
            <a:r>
              <a:rPr dirty="0"/>
              <a:t>1. Questions 1 and 5 will help you compare the two episodes in 8:4–25 and 8:26–40.</a:t>
            </a:r>
          </a:p>
          <a:p>
            <a:r>
              <a:rPr dirty="0"/>
              <a:t>a. In 8:4–25, who is evangelized, convinced, and baptized?</a:t>
            </a:r>
          </a:p>
          <a:p>
            <a:r>
              <a:rPr dirty="0"/>
              <a:t>b. What do the Jews think of these people (see John 4:9)?</a:t>
            </a:r>
          </a:p>
          <a:p>
            <a:r>
              <a:rPr dirty="0"/>
              <a:t>c. How is this group’s conversion significant to the progress of the gospel? (Recall who has been converted up to now.)</a:t>
            </a:r>
          </a:p>
          <a:p>
            <a:r>
              <a:rPr dirty="0"/>
              <a:t>d. What convinces this group to become believers (see 8:6–8, 12)?</a:t>
            </a:r>
          </a:p>
          <a:p>
            <a:r>
              <a:rPr dirty="0"/>
              <a:t>e. What is the apostles’ role in bringing this group into the church (see 8:14–17)?</a:t>
            </a:r>
          </a:p>
          <a:p>
            <a:r>
              <a:rPr dirty="0"/>
              <a:t>5. Keep question 1 in mind as you answer these questions.</a:t>
            </a:r>
          </a:p>
          <a:p>
            <a:r>
              <a:rPr dirty="0"/>
              <a:t>a. Who accepted the gospel in 8:26–40?</a:t>
            </a:r>
          </a:p>
          <a:p>
            <a:r>
              <a:rPr dirty="0"/>
              <a:t>b. What status did this kind of person have with the Jews (see Deuteronomy 23:1)?</a:t>
            </a:r>
          </a:p>
          <a:p>
            <a:r>
              <a:rPr dirty="0"/>
              <a:t>c. How was this person’s conversion significant to the progress of the gospel (see Psalm 68:31; Isaiah 56:3–5; Ephesians 2:11–18)?</a:t>
            </a:r>
          </a:p>
          <a:p>
            <a:r>
              <a:rPr dirty="0"/>
              <a:t>d. What was the apostles’ role in taking the step to permit such a person into the church? Why is this important?</a:t>
            </a:r>
          </a:p>
          <a:p>
            <a:r>
              <a:rPr dirty="0"/>
              <a:t>e. What convinced this person to be baptized (see 8:35)?</a:t>
            </a:r>
          </a:p>
          <a:p>
            <a:r>
              <a:rPr dirty="0"/>
              <a:t>Full comparison row: What barriers exist? | Longstanding hostility between Jews and Samaritans. | His physical condition carried an assembly restriction under Deuteronomy 23:1; Acts leaves his exact religious standing unclear.</a:t>
            </a:r>
          </a:p>
          <a:p>
            <a:r>
              <a:rPr dirty="0"/>
              <a:t>Match by topic: 1a with 5a, 1b with 5b, 1c with 5c, 1d with 5e, and 1e with 5d. In the presentation, ask about one topic before revealing its paired answers. Samaritans should not be treated as a generic label for all Gentiles. Philip is one of the Seven, not the apostle Philip (Acts 6:5; 21:8). The guide and Bible note differ about the official’s earlier religious standing; Acts leaves it unsettled. Do not claim Acts records a later national conversion of Ethiopia. Question 5.1 retains its original numbering as a follow-up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How does each encounter advance the spread of the gospel? As we look at these </a:t>
            </a:r>
            <a:r>
              <a:rPr lang="en-US" dirty="0"/>
              <a:t>successful </a:t>
            </a:r>
            <a:r>
              <a:rPr dirty="0"/>
              <a:t>encounters, </a:t>
            </a:r>
            <a:r>
              <a:rPr lang="en-US" dirty="0"/>
              <a:t>how might they influence our ministry today</a:t>
            </a:r>
            <a:r>
              <a:rPr dirty="0"/>
              <a:t>?</a:t>
            </a:r>
          </a:p>
          <a:p>
            <a:r>
              <a:rPr dirty="0"/>
              <a:t>[Pause for discussion.]</a:t>
            </a:r>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8:4–17; John 4:9; Acts 1:8. Study Guide Question 1 and notes on Samaria and Peter and John. Bible notes 8:5 (IMG_3197.jpeg), 8:15–17 (IMG_3199.jpeg). Acts 8:26–40; Deuteronomy 23:1; Psalm 68:31; Isaiah 56:3–5; Ephesians 2:11–18. Study Guide Question 5 and eunuch note, footnote [8]; Bible notes 8:27 (IMG_3199.jpeg) and 8:29–35 (IMG_3199.jpeg and IMG_3200.jpeg).</a:t>
            </a:r>
          </a:p>
          <a:p>
            <a:endParaRPr dirty="0"/>
          </a:p>
          <a:p>
            <a:r>
              <a:rPr dirty="0" err="1"/>
              <a:t>Nonspoken</a:t>
            </a:r>
            <a:r>
              <a:rPr dirty="0"/>
              <a:t> reference: full original wording and context</a:t>
            </a:r>
          </a:p>
          <a:p>
            <a:r>
              <a:rPr dirty="0"/>
              <a:t>1. Questions 1 and 5 will help you compare the two episodes in 8:4–25 and 8:26–40.</a:t>
            </a:r>
          </a:p>
          <a:p>
            <a:r>
              <a:rPr dirty="0"/>
              <a:t>a. In 8:4–25, who is evangelized, convinced, and baptized?</a:t>
            </a:r>
          </a:p>
          <a:p>
            <a:r>
              <a:rPr dirty="0"/>
              <a:t>b. What do the Jews think of these people (see John 4:9)?</a:t>
            </a:r>
          </a:p>
          <a:p>
            <a:r>
              <a:rPr dirty="0"/>
              <a:t>c. How is this group’s conversion significant to the progress of the gospel? (Recall who has been converted up to now.)</a:t>
            </a:r>
          </a:p>
          <a:p>
            <a:r>
              <a:rPr dirty="0"/>
              <a:t>d. What convinces this group to become believers (see 8:6–8, 12)?</a:t>
            </a:r>
          </a:p>
          <a:p>
            <a:r>
              <a:rPr dirty="0"/>
              <a:t>e. What is the apostles’ role in bringing this group into the church (see 8:14–17)?</a:t>
            </a:r>
          </a:p>
          <a:p>
            <a:r>
              <a:rPr dirty="0"/>
              <a:t>5. Keep question 1 in mind as you answer these questions.</a:t>
            </a:r>
          </a:p>
          <a:p>
            <a:r>
              <a:rPr dirty="0"/>
              <a:t>a. Who accepted the gospel in 8:26–40?</a:t>
            </a:r>
          </a:p>
          <a:p>
            <a:r>
              <a:rPr dirty="0"/>
              <a:t>b. What status did this kind of person have with the Jews (see Deuteronomy 23:1)?</a:t>
            </a:r>
          </a:p>
          <a:p>
            <a:r>
              <a:rPr dirty="0"/>
              <a:t>c. How was this person’s conversion significant to the progress of the gospel (see Psalm 68:31; Isaiah 56:3–5; Ephesians 2:11–18)?</a:t>
            </a:r>
          </a:p>
          <a:p>
            <a:r>
              <a:rPr dirty="0"/>
              <a:t>d. What was the apostles’ role in taking the step to permit such a person into the church? Why is this important?</a:t>
            </a:r>
          </a:p>
          <a:p>
            <a:r>
              <a:rPr dirty="0"/>
              <a:t>e. What convinced this person to be baptized (see 8:35)?</a:t>
            </a:r>
          </a:p>
          <a:p>
            <a:r>
              <a:rPr dirty="0"/>
              <a:t>Full comparison row: What advances in the gospel’s spread? | The gospel reaches beyond the Jerusalem community across an old religious and social divide. | The gospel reaches a traveler from another nation and illustrates welcome across social boundaries.</a:t>
            </a:r>
          </a:p>
          <a:p>
            <a:r>
              <a:rPr dirty="0"/>
              <a:t>Match by topic: 1a with 5a, 1b with 5b, 1c with 5c, 1d with 5e, and 1e with 5d. In the presentation, ask about one topic before revealing its paired answers. Samaritans should not be treated as a generic label for all Gentiles. Philip is one of the Seven, not the apostle Philip (Acts 6:5; 21:8). The guide and Bible note differ about the official’s earlier religious standing; Acts leaves it unsettled. Do not claim Acts records a later national conversion of Ethiopia. Question 5.1 retains its original numbering as a follow-up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As we </a:t>
            </a:r>
            <a:r>
              <a:rPr lang="en-US" dirty="0"/>
              <a:t>compare </a:t>
            </a:r>
            <a:r>
              <a:rPr dirty="0"/>
              <a:t>these encounters, what similarity or difference stands out?</a:t>
            </a:r>
            <a:r>
              <a:rPr lang="en-US" dirty="0"/>
              <a:t>  What leads these people to belief and baptism? </a:t>
            </a:r>
            <a:endParaRPr dirty="0"/>
          </a:p>
          <a:p>
            <a:r>
              <a:rPr dirty="0"/>
              <a:t>[Pause for discussion.]</a:t>
            </a:r>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8:4–17; John 4:9; Acts 1:8. Study Guide Question 1 and notes on Samaria and Peter and John. Bible notes 8:5 (IMG_3197.jpeg), 8:15–17 (IMG_3199.jpeg). Acts 8:26–40; Deuteronomy 23:1; Psalm 68:31; Isaiah 56:3–5; Ephesians 2:11–18. Study Guide Question 5 and eunuch note, footnote [8]; Bible notes 8:27 (IMG_3199.jpeg) and 8:29–35 (IMG_3199.jpeg and IMG_3200.jpeg).</a:t>
            </a:r>
          </a:p>
          <a:p>
            <a:endParaRPr dirty="0"/>
          </a:p>
          <a:p>
            <a:r>
              <a:rPr dirty="0" err="1"/>
              <a:t>Nonspoken</a:t>
            </a:r>
            <a:r>
              <a:rPr dirty="0"/>
              <a:t> reference: full original wording and context</a:t>
            </a:r>
          </a:p>
          <a:p>
            <a:r>
              <a:rPr dirty="0"/>
              <a:t>1. Questions 1 and 5 will help you compare the two episodes in 8:4–25 and 8:26–40.</a:t>
            </a:r>
          </a:p>
          <a:p>
            <a:r>
              <a:rPr dirty="0"/>
              <a:t>a. In 8:4–25, who is evangelized, convinced, and baptized?</a:t>
            </a:r>
          </a:p>
          <a:p>
            <a:r>
              <a:rPr dirty="0"/>
              <a:t>b. What do the Jews think of these people (see John 4:9)?</a:t>
            </a:r>
          </a:p>
          <a:p>
            <a:r>
              <a:rPr dirty="0"/>
              <a:t>c. How is this group’s conversion significant to the progress of the gospel? (Recall who has been converted up to now.)</a:t>
            </a:r>
          </a:p>
          <a:p>
            <a:r>
              <a:rPr dirty="0"/>
              <a:t>d. What convinces this group to become believers (see 8:6–8, 12)?</a:t>
            </a:r>
          </a:p>
          <a:p>
            <a:r>
              <a:rPr dirty="0"/>
              <a:t>e. What is the apostles’ role in bringing this group into the church (see 8:14–17)?</a:t>
            </a:r>
          </a:p>
          <a:p>
            <a:r>
              <a:rPr dirty="0"/>
              <a:t>5. Keep question 1 in mind as you answer these questions.</a:t>
            </a:r>
          </a:p>
          <a:p>
            <a:r>
              <a:rPr dirty="0"/>
              <a:t>a. Who accepted the gospel in 8:26–40?</a:t>
            </a:r>
          </a:p>
          <a:p>
            <a:r>
              <a:rPr dirty="0"/>
              <a:t>b. What status did this kind of person have with the Jews (see Deuteronomy 23:1)?</a:t>
            </a:r>
          </a:p>
          <a:p>
            <a:r>
              <a:rPr dirty="0"/>
              <a:t>c. How was this person’s conversion significant to the progress of the gospel (see Psalm 68:31; Isaiah 56:3–5; Ephesians 2:11–18)?</a:t>
            </a:r>
          </a:p>
          <a:p>
            <a:r>
              <a:rPr dirty="0"/>
              <a:t>d. What was the apostles’ role in taking the step to permit such a person into the church? Why is this important?</a:t>
            </a:r>
          </a:p>
          <a:p>
            <a:r>
              <a:rPr dirty="0"/>
              <a:t>e. What convinced this person to be baptized (see 8:35)?</a:t>
            </a:r>
          </a:p>
          <a:p>
            <a:r>
              <a:rPr dirty="0"/>
              <a:t>Full comparison row: What leads to belief and baptism? | People hear Philip’s message about Jesus and see the signs he performs. | Philip explains the good news about Jesus, beginning with Isaiah, and the official requests baptism.</a:t>
            </a:r>
          </a:p>
          <a:p>
            <a:r>
              <a:rPr dirty="0"/>
              <a:t>Match by topic: 1a with 5a, 1b with 5b, 1c with 5c, 1d with 5e, and 1e with 5d. In the presentation, ask about one topic before revealing its paired answers. Samaritans should not be treated as a generic label for all Gentiles. Philip is one of the Seven, not the apostle Philip (Acts 6:5; 21:8). The guide and Bible note differ about the official’s earlier religious standing; Acts leaves it unsettled. Do not claim Acts records a later national conversion of Ethiopia. Question 5.1 retains its original numbering as a follow-up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What role do the apostles play in these two encounters? As we look at these two encounters, what similarity or difference stands out—and why?</a:t>
            </a:r>
          </a:p>
          <a:p>
            <a:r>
              <a:rPr dirty="0"/>
              <a:t>[Pause for discussion.]</a:t>
            </a:r>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8:4–17; John 4:9; Acts 1:8. Study Guide Question 1 and notes on Samaria and Peter and John. Bible notes 8:5 (IMG_3197.jpeg), 8:15–17 (IMG_3199.jpeg). Acts 8:26–40; Deuteronomy 23:1; Psalm 68:31; Isaiah 56:3–5; Ephesians 2:11–18. Study Guide Question 5 and eunuch note, footnote [8]; Bible notes 8:27 (IMG_3199.jpeg) and 8:29–35 (IMG_3199.jpeg and IMG_3200.jpeg).</a:t>
            </a:r>
          </a:p>
          <a:p>
            <a:endParaRPr dirty="0"/>
          </a:p>
          <a:p>
            <a:r>
              <a:rPr dirty="0" err="1"/>
              <a:t>Nonspoken</a:t>
            </a:r>
            <a:r>
              <a:rPr dirty="0"/>
              <a:t> reference: full original wording and context</a:t>
            </a:r>
          </a:p>
          <a:p>
            <a:r>
              <a:rPr dirty="0"/>
              <a:t>1. Questions 1 and 5 will help you compare the two episodes in 8:4–25 and 8:26–40.</a:t>
            </a:r>
          </a:p>
          <a:p>
            <a:r>
              <a:rPr dirty="0"/>
              <a:t>a. In 8:4–25, who is evangelized, convinced, and baptized?</a:t>
            </a:r>
          </a:p>
          <a:p>
            <a:r>
              <a:rPr dirty="0"/>
              <a:t>b. What do the Jews think of these people (see John 4:9)?</a:t>
            </a:r>
          </a:p>
          <a:p>
            <a:r>
              <a:rPr dirty="0"/>
              <a:t>c. How is this group’s conversion significant to the progress of the gospel? (Recall who has been converted up to now.)</a:t>
            </a:r>
          </a:p>
          <a:p>
            <a:r>
              <a:rPr dirty="0"/>
              <a:t>d. What convinces this group to become believers (see 8:6–8, 12)?</a:t>
            </a:r>
          </a:p>
          <a:p>
            <a:r>
              <a:rPr dirty="0"/>
              <a:t>e. What is the apostles’ role in bringing this group into the church (see 8:14–17)?</a:t>
            </a:r>
          </a:p>
          <a:p>
            <a:r>
              <a:rPr dirty="0"/>
              <a:t>5. Keep question 1 in mind as you answer these questions.</a:t>
            </a:r>
          </a:p>
          <a:p>
            <a:r>
              <a:rPr dirty="0"/>
              <a:t>a. Who accepted the gospel in 8:26–40?</a:t>
            </a:r>
          </a:p>
          <a:p>
            <a:r>
              <a:rPr dirty="0"/>
              <a:t>b. What status did this kind of person have with the Jews (see Deuteronomy 23:1)?</a:t>
            </a:r>
          </a:p>
          <a:p>
            <a:r>
              <a:rPr dirty="0"/>
              <a:t>c. How was this person’s conversion significant to the progress of the gospel (see Psalm 68:31; Isaiah 56:3–5; Ephesians 2:11–18)?</a:t>
            </a:r>
          </a:p>
          <a:p>
            <a:r>
              <a:rPr dirty="0"/>
              <a:t>d. What was the apostles’ role in taking the step to permit such a person into the church? Why is this important?</a:t>
            </a:r>
          </a:p>
          <a:p>
            <a:r>
              <a:rPr dirty="0"/>
              <a:t>e. What convinced this person to be baptized (see 8:35)?</a:t>
            </a:r>
          </a:p>
          <a:p>
            <a:r>
              <a:rPr dirty="0"/>
              <a:t>Full comparison row: What role do the apostles play? | Peter and John come, pray, and lay hands on the believers, who receive the Holy Spirit. | No apostolic visit or consultation is reported; God directs Philip to the encounter.</a:t>
            </a:r>
          </a:p>
          <a:p>
            <a:r>
              <a:rPr dirty="0"/>
              <a:t>Match by topic: 1a with 5a, 1b with 5b, 1c with 5c, 1d with 5e, and 1e with 5d. In the presentation, ask about one topic before revealing its paired answers. Samaritans should not be treated as a generic label for all Gentiles. Philip is one of the Seven, not the apostle Philip (Acts 6:5; 21:8). The guide and Bible note differ about the official’s earlier religious standing; Acts leaves it unsettled. Do not claim Acts records a later national conversion of Ethiopia. Question 5.1 retains its original numbering as a follow-up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3 and 4 are connected, so let’s discuss them at the same time. </a:t>
            </a:r>
            <a:r>
              <a:rPr dirty="0"/>
              <a:t>Simon, the magician, wants to buy the authority</a:t>
            </a:r>
            <a:r>
              <a:rPr lang="en-US" dirty="0"/>
              <a:t> to give the Holy Spirit to others through the laying on of his hands.</a:t>
            </a:r>
            <a:r>
              <a:rPr dirty="0"/>
              <a:t> Peter responds strongly. What does this episode add to Luke’s account of the growing church? Finally, turn the question toward our own motives in giving and serving. [Pause for discussion.]</a:t>
            </a:r>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8:9–24. Study Guide Questions 3 and 4 and Optional Application after Question 4. Bible notes 8:18–23 and 8:24 (IMG_3199.jpeg).</a:t>
            </a:r>
          </a:p>
          <a:p>
            <a:endParaRPr dirty="0"/>
          </a:p>
          <a:p>
            <a:r>
              <a:rPr dirty="0" err="1"/>
              <a:t>Nonspoken</a:t>
            </a:r>
            <a:r>
              <a:rPr dirty="0"/>
              <a:t> reference: full original wording and context</a:t>
            </a:r>
          </a:p>
          <a:p>
            <a:r>
              <a:rPr dirty="0"/>
              <a:t>3. What was so terrible about Simon’s request in 8:18–19?</a:t>
            </a:r>
          </a:p>
          <a:p>
            <a:r>
              <a:rPr dirty="0"/>
              <a:t>4. Why do you think Luke recorded the episode with Simon? What does it add to the story of Acts?</a:t>
            </a:r>
          </a:p>
          <a:p>
            <a:r>
              <a:rPr dirty="0"/>
              <a:t>Optional Application: Do people ever try to buy spiritual authority today? Think of one example, and examine your own life.</a:t>
            </a:r>
          </a:p>
          <a:p>
            <a:r>
              <a:rPr dirty="0"/>
              <a:t>Retain all three movements: Simon’s request, its significance in Acts, and personal application. Luke reports Simon’s belief and baptism, then Peter’s rebuke; do not claim a conclusive verdict on his ultimate salvation. Later traditions cited in Study Guide footnotes [4]–[6] are not events recorded by Luke.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Peter exposes a heart that is not right before God and calls him to repent and pray. The episode shows that </a:t>
            </a:r>
            <a:r>
              <a:rPr lang="en-US" dirty="0"/>
              <a:t>spreading </a:t>
            </a:r>
            <a:r>
              <a:rPr dirty="0"/>
              <a:t>the gospel includes confronting wrong motives. Giving generously and serving faithfully are good; the problem comes when we treat them as a purchase of influence. A donor who expects control over church decisions illustrates the danger, but the same expectation can hide in any of us. </a:t>
            </a:r>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8:9–24. Study Guide Questions 3 and 4 and Optional Application after Question 4. Bible notes 8:18–23 and 8:24 (IMG_3199.jpeg).</a:t>
            </a:r>
          </a:p>
          <a:p>
            <a:endParaRPr dirty="0"/>
          </a:p>
          <a:p>
            <a:r>
              <a:rPr dirty="0" err="1"/>
              <a:t>Nonspoken</a:t>
            </a:r>
            <a:r>
              <a:rPr dirty="0"/>
              <a:t> reference: full original wording and context</a:t>
            </a:r>
          </a:p>
          <a:p>
            <a:r>
              <a:rPr dirty="0"/>
              <a:t>3. What was so terrible about Simon’s request in 8:18–19?</a:t>
            </a:r>
          </a:p>
          <a:p>
            <a:r>
              <a:rPr dirty="0"/>
              <a:t>4. Why do you think Luke recorded the episode with Simon? What does it add to the story of Acts?</a:t>
            </a:r>
          </a:p>
          <a:p>
            <a:r>
              <a:rPr dirty="0"/>
              <a:t>Optional Application: Do people ever try to buy spiritual authority today? Think of one example, and examine your own life.</a:t>
            </a:r>
          </a:p>
          <a:p>
            <a:r>
              <a:rPr dirty="0"/>
              <a:t>Retain all three movements: Simon’s request, its significance in Acts, and personal application. Luke reports Simon’s belief and baptism, then Peter’s rebuke; do not claim a conclusive verdict on his ultimate salvation. Later traditions cited in Study Guide footnotes [4]–[6] are not events recorded by Luke.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already touched on this encounter, but it deserves a closer look</a:t>
            </a:r>
            <a:r>
              <a:rPr lang="en-US" sz="1200" kern="1200" dirty="0">
                <a:effectLst/>
              </a:rPr>
              <a:t>. Let’s read the suggested scripture. [Read Psalm 68:31] [Read Isaiah 56:3–5] [Read Ephesians 2:11–18] Why is this significant?</a:t>
            </a:r>
          </a:p>
          <a:p>
            <a:endParaRPr sz="1200" kern="1200" dirty="0">
              <a:effectLst/>
            </a:endParaRPr>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8:26–40; Psalm 68:31; Isaiah 56:3–5; Ephesians 2:11–18. Study Guide Question 5c: the significance of the Ethiopian official’s conversion for the progress of the gospel.</a:t>
            </a:r>
          </a:p>
          <a:p>
            <a:endParaRPr dirty="0"/>
          </a:p>
          <a:p>
            <a:r>
              <a:rPr dirty="0" err="1"/>
              <a:t>Nonspoken</a:t>
            </a:r>
            <a:r>
              <a:rPr dirty="0"/>
              <a:t> reference: full original wording and context</a:t>
            </a:r>
          </a:p>
          <a:p>
            <a:r>
              <a:rPr dirty="0"/>
              <a:t>5c. How was this person’s conversion significant to the progress of the gospel (see Psalm 68:31; Isaiah 56:3–5; Ephesians 2:11–18)?</a:t>
            </a:r>
          </a:p>
          <a:p>
            <a:r>
              <a:rPr dirty="0"/>
              <a:t>These passages connect the Ethiopian official’s conversion with the gospel’s spread across national and social boundaries and God’s welcome of outsiders. Acts does not report a later national conversion of Ethiopia.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1D6CE-6A64-34A3-F8C8-64976F79B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58DF0-C928-8DB7-7189-57A1A31336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CA001A-80E2-E27D-C459-B2AF43F60901}"/>
              </a:ext>
            </a:extLst>
          </p:cNvPr>
          <p:cNvSpPr>
            <a:spLocks noGrp="1"/>
          </p:cNvSpPr>
          <p:nvPr>
            <p:ph type="body" idx="1"/>
          </p:nvPr>
        </p:nvSpPr>
        <p:spPr/>
        <p:txBody>
          <a:bodyPr/>
          <a:lstStyle/>
          <a:p>
            <a:r>
              <a:rPr lang="en-US" sz="1200" kern="1200" dirty="0">
                <a:effectLst/>
              </a:rPr>
              <a:t>The Ethiopian official’s conversion shows that the gospel reaches across national, ethnic, and social barriers. </a:t>
            </a:r>
          </a:p>
          <a:p>
            <a:endParaRPr sz="1200" kern="1200" dirty="0">
              <a:effectLst/>
            </a:endParaRPr>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8:26–40; Psalm 68:31; Isaiah 56:3–5; Ephesians 2:11–18. Study Guide Question 5c: the significance of the Ethiopian official’s conversion for the progress of the gospel.</a:t>
            </a:r>
          </a:p>
          <a:p>
            <a:endParaRPr dirty="0"/>
          </a:p>
          <a:p>
            <a:r>
              <a:rPr dirty="0" err="1"/>
              <a:t>Nonspoken</a:t>
            </a:r>
            <a:r>
              <a:rPr dirty="0"/>
              <a:t> reference: full original wording and context</a:t>
            </a:r>
          </a:p>
          <a:p>
            <a:r>
              <a:rPr dirty="0"/>
              <a:t>5c. How was this person’s conversion significant to the progress of the gospel (see Psalm 68:31; Isaiah 56:3–5; Ephesians 2:11–18)?</a:t>
            </a:r>
          </a:p>
          <a:p>
            <a:r>
              <a:rPr dirty="0"/>
              <a:t>These passages connect the Ethiopian official’s conversion with the gospel’s spread across national and social boundaries and God’s welcome of outsiders. Acts does not report a later national conversion of Ethiopia.</a:t>
            </a:r>
          </a:p>
        </p:txBody>
      </p:sp>
      <p:sp>
        <p:nvSpPr>
          <p:cNvPr id="4" name="Slide Number Placeholder 3">
            <a:extLst>
              <a:ext uri="{FF2B5EF4-FFF2-40B4-BE49-F238E27FC236}">
                <a16:creationId xmlns:a16="http://schemas.microsoft.com/office/drawing/2014/main" id="{7EC6B91F-262D-CE28-5123-EE480F19986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0446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31FC1-8E1D-BE16-C31B-32031F4C5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EFF6B-A926-A147-9EBA-61DAAAF00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22204-8700-07B4-AEAF-91A40383F2A8}"/>
              </a:ext>
            </a:extLst>
          </p:cNvPr>
          <p:cNvSpPr>
            <a:spLocks noGrp="1"/>
          </p:cNvSpPr>
          <p:nvPr>
            <p:ph type="body" idx="1"/>
          </p:nvPr>
        </p:nvSpPr>
        <p:spPr/>
        <p:txBody>
          <a:bodyPr/>
          <a:lstStyle/>
          <a:p>
            <a:r>
              <a:rPr lang="en-US" dirty="0"/>
              <a:t>Luke records the eunuch’s baptism but does not mention the laying on of hands or explicitly describe his reception of the Holy Spirit.</a:t>
            </a:r>
            <a:r>
              <a:rPr dirty="0"/>
              <a:t> </a:t>
            </a:r>
            <a:r>
              <a:rPr lang="en-US" dirty="0"/>
              <a:t>This </a:t>
            </a:r>
            <a:r>
              <a:rPr dirty="0"/>
              <a:t>cautions us against requiring the Samaritan sequence in every case.</a:t>
            </a:r>
            <a:r>
              <a:rPr lang="en-US" dirty="0"/>
              <a:t> Furthermore, what does this say about the many methods of conversion and baptism?</a:t>
            </a:r>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8:36–39; 10:44–48; Romans 8:9. Study Guide For Thought and Discussion after Question 5 and Study Skill Patterns of Practice in Acts, footnote [3].</a:t>
            </a:r>
          </a:p>
          <a:p>
            <a:endParaRPr dirty="0"/>
          </a:p>
          <a:p>
            <a:r>
              <a:rPr dirty="0" err="1"/>
              <a:t>Nonspoken</a:t>
            </a:r>
            <a:r>
              <a:rPr dirty="0"/>
              <a:t> reference: full original wording and context</a:t>
            </a:r>
          </a:p>
          <a:p>
            <a:r>
              <a:rPr dirty="0"/>
              <a:t>For Thought and Discussion: Did the eunuch need the laying on of hands to receive the Spirit? What evidence do we have (see 8:36–39)?</a:t>
            </a:r>
          </a:p>
          <a:p>
            <a:r>
              <a:rPr dirty="0"/>
              <a:t>Do not identify the Spirit taking Philip away as a direct statement that the eunuch received the Spirit at that moment.</a:t>
            </a:r>
          </a:p>
        </p:txBody>
      </p:sp>
      <p:sp>
        <p:nvSpPr>
          <p:cNvPr id="4" name="Slide Number Placeholder 3">
            <a:extLst>
              <a:ext uri="{FF2B5EF4-FFF2-40B4-BE49-F238E27FC236}">
                <a16:creationId xmlns:a16="http://schemas.microsoft.com/office/drawing/2014/main" id="{9420EFAD-1A7B-DF92-E0C8-F7A08B8F055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76764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F0240-B187-2437-0DD7-F8FA3A8C5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810CFA-17B7-C36F-9E2D-B4B1D6BB3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5E677-3970-B708-6C35-81CD79346E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is Acts 8:37 missing from some Bible translations?  Flynt asked AI, wait a minute, </a:t>
            </a:r>
            <a:r>
              <a:rPr lang="en-US"/>
              <a:t>rather I </a:t>
            </a:r>
            <a:r>
              <a:rPr lang="en-US" dirty="0"/>
              <a:t>should say, Flynt asked me why this was so…  After extensive research on my part (about 21 seconds), I found that the ancient handwritten copies of Acts differ here. The earliest surviving Greek manuscripts containing this passage do not include that verse. Many translators therefore conclude that it was added as the text was copied, rather than written by Luke originally. Why do you think it was added and what are the implications of it being or not being included?</a:t>
            </a:r>
          </a:p>
          <a:p>
            <a:endParaRPr dirty="0"/>
          </a:p>
        </p:txBody>
      </p:sp>
      <p:sp>
        <p:nvSpPr>
          <p:cNvPr id="4" name="Slide Number Placeholder 3">
            <a:extLst>
              <a:ext uri="{FF2B5EF4-FFF2-40B4-BE49-F238E27FC236}">
                <a16:creationId xmlns:a16="http://schemas.microsoft.com/office/drawing/2014/main" id="{0289CC59-E503-EA02-B39E-B05FB3C0FC5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41931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Let’s step back from the individual encounters. What </a:t>
            </a:r>
            <a:r>
              <a:rPr lang="en-US" dirty="0"/>
              <a:t>does Acts 8 </a:t>
            </a:r>
            <a:r>
              <a:rPr dirty="0"/>
              <a:t>add to the story Luke has been telling? [Pause for discussion.]</a:t>
            </a:r>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1:8; 8:4–40. Prior lesson context: Acts_Lesson_1.jsonl, acts-overview-0002 and acts-overview-0003, purpose and geographical expansion. Bible note 8:1–4 (IMG_3197.jpeg).</a:t>
            </a:r>
          </a:p>
          <a:p>
            <a:endParaRPr dirty="0"/>
          </a:p>
          <a:p>
            <a:r>
              <a:rPr dirty="0" err="1"/>
              <a:t>Nonspoken</a:t>
            </a:r>
            <a:r>
              <a:rPr dirty="0"/>
              <a:t> reference: full original wording and context</a:t>
            </a:r>
          </a:p>
          <a:p>
            <a:r>
              <a:rPr dirty="0"/>
              <a:t>6. Summarize what 8:4–40 contributes to the overall message of 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Acts 8 shows the gospel crossing boundaries and reaching an ever-widening circle of people</a:t>
            </a:r>
            <a:r>
              <a:rPr dirty="0"/>
              <a:t>. </a:t>
            </a:r>
            <a:r>
              <a:rPr lang="en-US" dirty="0"/>
              <a:t>Opposition has scattered believers, yet the message keeps spreading. </a:t>
            </a:r>
            <a:r>
              <a:rPr dirty="0"/>
              <a:t>A divided community hears about Jesus, and a traveler hears the same good news far from a crowd. </a:t>
            </a:r>
            <a:r>
              <a:rPr lang="en-US" dirty="0"/>
              <a:t>The mission as defined by Jesus in Acts 1:8 is being fulfilled.  As a reminder, here are his words: [Read Acts 1:7–9]</a:t>
            </a:r>
            <a:endParaRPr dirty="0"/>
          </a:p>
          <a:p>
            <a:endParaRPr dirty="0"/>
          </a:p>
          <a:p>
            <a:r>
              <a:rPr dirty="0"/>
              <a:t>[Sources]</a:t>
            </a:r>
          </a:p>
          <a:p>
            <a:r>
              <a:rPr dirty="0"/>
              <a:t>Lesson 8 edited Bible Study Planning Document, Current Lesson/Output. Study Guide screenshots dated September 16, 2026. Scripture references use NIV. Notes and answers are paraphrases unless marked otherwise.</a:t>
            </a:r>
          </a:p>
          <a:p>
            <a:r>
              <a:rPr dirty="0"/>
              <a:t>Acts 1:8; 8:4–40. Prior lesson context: Acts_Lesson_1.jsonl, acts-overview-0002 and acts-overview-0003, purpose and geographical expansion. Bible note 8:1–4 (IMG_3197.jpeg).</a:t>
            </a:r>
          </a:p>
          <a:p>
            <a:endParaRPr dirty="0"/>
          </a:p>
          <a:p>
            <a:r>
              <a:rPr dirty="0" err="1"/>
              <a:t>Nonspoken</a:t>
            </a:r>
            <a:r>
              <a:rPr dirty="0"/>
              <a:t> reference: full original wording and context</a:t>
            </a:r>
          </a:p>
          <a:p>
            <a:r>
              <a:rPr dirty="0"/>
              <a:t>6. Summarize what 8:4–40 contributes to the overall message of 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As we close, </a:t>
            </a:r>
            <a:r>
              <a:rPr lang="en-US" dirty="0"/>
              <a:t>keep in mind</a:t>
            </a:r>
            <a:r>
              <a:rPr dirty="0"/>
              <a:t> the joy in these encounters. In Samaria, a whole city rejoices as people hear the good news and experience God’s work among them. On a quiet road, one Ethiopian traveler hears about Jesus, is baptized, and continues his journey rejoicing.</a:t>
            </a:r>
          </a:p>
          <a:p>
            <a:endParaRPr dirty="0"/>
          </a:p>
          <a:p>
            <a:r>
              <a:rPr dirty="0"/>
              <a:t>As we go into this week, may we be ready to listen, willing to share the good news about Jesus, and attentive to the people God places in our path. May the joy of knowing Christ go with us.</a:t>
            </a:r>
          </a:p>
          <a:p>
            <a:endParaRPr dirty="0"/>
          </a:p>
          <a:p>
            <a:r>
              <a:rPr dirty="0"/>
              <a:t>Go forth with joy.</a:t>
            </a:r>
          </a:p>
          <a:p>
            <a:endParaRPr dirty="0"/>
          </a:p>
          <a:p>
            <a:r>
              <a:rPr dirty="0"/>
              <a:t>[Sources]</a:t>
            </a:r>
          </a:p>
          <a:p>
            <a:r>
              <a:rPr dirty="0"/>
              <a:t>Acts 8:1–8, 26–40.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EB24-CC90-C095-41CD-E44B6E133A8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16A57AA-0735-C153-6AB1-C346D6F94843}"/>
              </a:ext>
            </a:extLst>
          </p:cNvPr>
          <p:cNvSpPr>
            <a:spLocks noGrp="1"/>
          </p:cNvSpPr>
          <p:nvPr>
            <p:ph type="body"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2"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15" name="muted-gold-border">
            <a:extLst>
              <a:ext uri="{FF2B5EF4-FFF2-40B4-BE49-F238E27FC236}">
                <a16:creationId xmlns:a16="http://schemas.microsoft.com/office/drawing/2014/main" id="{CDFD702F-4581-4780-A9EB-7B1E7E1B74FF}"/>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276A05CC-FA36-4410-9A1A-3755D535DA79}"/>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ED02EAF4-83B9-4C7F-81CF-2F90C64E807F}"/>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09ADD03C-2340-4D55-B2D8-A87E89AF6122}"/>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4D171A18-3725-452E-8EDF-5A196A105C79}"/>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5EA1D245-BD03-4EAB-8EA3-E199DDC5FDCF}"/>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65EED215-2A0F-49FE-87D2-CD85501FABE8}"/>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ABB1D031-6467-47E6-9051-75958601614B}"/>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A05EE7D7-082E-4867-B884-325D4A314044}"/>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85D38192-9066-41EB-A0F9-BDED184E1A59}"/>
              </a:ext>
            </a:extLst>
          </p:cNvPr>
          <p:cNvSpPr>
            <a:spLocks noGrp="1"/>
          </p:cNvSpPr>
          <p:nvPr/>
        </p:nvSpPr>
        <p:spPr>
          <a:xfrm>
            <a:off x="762000" y="609600"/>
            <a:ext cx="10668000"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r>
              <a:rPr sz="3600" b="1">
                <a:solidFill>
                  <a:srgbClr val="202D35"/>
                </a:solidFill>
                <a:latin typeface="Arial"/>
                <a:ea typeface="Arial"/>
                <a:cs typeface="Arial"/>
              </a:rPr>
              <a:t>TNMSG</a:t>
            </a:r>
          </a:p>
        </p:txBody>
      </p:sp>
      <p:sp>
        <p:nvSpPr>
          <p:cNvPr id="11" name="slide-number">
            <a:extLst>
              <a:ext uri="{FF2B5EF4-FFF2-40B4-BE49-F238E27FC236}">
                <a16:creationId xmlns:a16="http://schemas.microsoft.com/office/drawing/2014/main" id="{6C3FFEAE-F9A1-4778-A1C5-0FA4FAE7EE6F}"/>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a:t>
            </a:r>
          </a:p>
        </p:txBody>
      </p:sp>
      <p:sp>
        <p:nvSpPr>
          <p:cNvPr id="12" name="welcome">
            <a:extLst>
              <a:ext uri="{FF2B5EF4-FFF2-40B4-BE49-F238E27FC236}">
                <a16:creationId xmlns:a16="http://schemas.microsoft.com/office/drawing/2014/main" id="{9B7394CD-B897-4F27-9B86-506D297565A1}"/>
              </a:ext>
            </a:extLst>
          </p:cNvPr>
          <p:cNvSpPr>
            <a:spLocks noGrp="1"/>
          </p:cNvSpPr>
          <p:nvPr/>
        </p:nvSpPr>
        <p:spPr>
          <a:xfrm>
            <a:off x="762000" y="1666875"/>
            <a:ext cx="10668000" cy="952500"/>
          </a:xfrm>
          <a:prstGeom prst="rect">
            <a:avLst/>
          </a:prstGeom>
          <a:noFill/>
          <a:ln w="0">
            <a:noFill/>
          </a:ln>
        </p:spPr>
        <p:txBody>
          <a:bodyPr wrap="square" lIns="0" tIns="0" rIns="0" bIns="0">
            <a:noAutofit/>
          </a:bodyPr>
          <a:lstStyle/>
          <a:p>
            <a:pPr>
              <a:defRPr sz="5400" b="1">
                <a:solidFill>
                  <a:srgbClr val="202D35"/>
                </a:solidFill>
                <a:latin typeface="Arial"/>
                <a:ea typeface="Arial"/>
                <a:cs typeface="Arial"/>
              </a:defRPr>
            </a:pPr>
            <a:r>
              <a:rPr sz="5400" b="1">
                <a:solidFill>
                  <a:srgbClr val="202D35"/>
                </a:solidFill>
                <a:latin typeface="Arial"/>
                <a:ea typeface="Arial"/>
                <a:cs typeface="Arial"/>
              </a:rPr>
              <a:t>Welcome</a:t>
            </a:r>
          </a:p>
        </p:txBody>
      </p:sp>
      <p:sp>
        <p:nvSpPr>
          <p:cNvPr id="13" name="lesson-title">
            <a:extLst>
              <a:ext uri="{FF2B5EF4-FFF2-40B4-BE49-F238E27FC236}">
                <a16:creationId xmlns:a16="http://schemas.microsoft.com/office/drawing/2014/main" id="{54E8B561-FB4B-438A-94D3-CAC5160498EA}"/>
              </a:ext>
            </a:extLst>
          </p:cNvPr>
          <p:cNvSpPr>
            <a:spLocks noGrp="1"/>
          </p:cNvSpPr>
          <p:nvPr/>
        </p:nvSpPr>
        <p:spPr>
          <a:xfrm>
            <a:off x="762000" y="2905125"/>
            <a:ext cx="10668000" cy="857250"/>
          </a:xfrm>
          <a:prstGeom prst="rect">
            <a:avLst/>
          </a:prstGeom>
          <a:noFill/>
          <a:ln w="0">
            <a:noFill/>
          </a:ln>
        </p:spPr>
        <p:txBody>
          <a:bodyPr wrap="square" lIns="0" tIns="0" rIns="0" bIns="0">
            <a:noAutofit/>
          </a:bodyPr>
          <a:lstStyle/>
          <a:p>
            <a:pPr>
              <a:defRPr sz="4050" b="1">
                <a:solidFill>
                  <a:srgbClr val="202D35"/>
                </a:solidFill>
                <a:latin typeface="Arial"/>
                <a:ea typeface="Arial"/>
                <a:cs typeface="Arial"/>
              </a:defRPr>
            </a:pPr>
            <a:r>
              <a:rPr sz="4050" b="1" dirty="0">
                <a:solidFill>
                  <a:srgbClr val="202D35"/>
                </a:solidFill>
                <a:latin typeface="Arial"/>
                <a:ea typeface="Arial"/>
                <a:cs typeface="Arial"/>
              </a:rPr>
              <a:t>Lesson 8  Philip’s Journeys</a:t>
            </a:r>
          </a:p>
        </p:txBody>
      </p:sp>
      <p:sp>
        <p:nvSpPr>
          <p:cNvPr id="14" name="passage">
            <a:extLst>
              <a:ext uri="{FF2B5EF4-FFF2-40B4-BE49-F238E27FC236}">
                <a16:creationId xmlns:a16="http://schemas.microsoft.com/office/drawing/2014/main" id="{8C203DA5-B505-4245-B24C-68067BABD873}"/>
              </a:ext>
            </a:extLst>
          </p:cNvPr>
          <p:cNvSpPr>
            <a:spLocks noGrp="1"/>
          </p:cNvSpPr>
          <p:nvPr/>
        </p:nvSpPr>
        <p:spPr>
          <a:xfrm>
            <a:off x="762000" y="4048125"/>
            <a:ext cx="10668000" cy="762000"/>
          </a:xfrm>
          <a:prstGeom prst="rect">
            <a:avLst/>
          </a:prstGeom>
          <a:noFill/>
          <a:ln w="0">
            <a:noFill/>
          </a:ln>
        </p:spPr>
        <p:txBody>
          <a:bodyPr wrap="square" lIns="0" tIns="0" rIns="0" bIns="0">
            <a:noAutofit/>
          </a:bodyPr>
          <a:lstStyle/>
          <a:p>
            <a:pPr>
              <a:defRPr sz="3300" b="1">
                <a:solidFill>
                  <a:srgbClr val="215D53"/>
                </a:solidFill>
                <a:latin typeface="Arial"/>
                <a:ea typeface="Arial"/>
                <a:cs typeface="Arial"/>
              </a:defRPr>
            </a:pPr>
            <a:r>
              <a:rPr sz="3300" b="1">
                <a:solidFill>
                  <a:srgbClr val="215D53"/>
                </a:solidFill>
                <a:latin typeface="Arial"/>
                <a:ea typeface="Arial"/>
                <a:cs typeface="Arial"/>
              </a:rPr>
              <a:t>Acts 8:4–40</a:t>
            </a:r>
          </a:p>
        </p:txBody>
      </p:sp>
    </p:spTree>
    <p:extLst>
      <p:ext uri="{BB962C8B-B14F-4D97-AF65-F5344CB8AC3E}">
        <p14:creationId xmlns:p14="http://schemas.microsoft.com/office/powerpoint/2010/main" val="1183997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17" name="muted-gold-border">
            <a:extLst>
              <a:ext uri="{FF2B5EF4-FFF2-40B4-BE49-F238E27FC236}">
                <a16:creationId xmlns:a16="http://schemas.microsoft.com/office/drawing/2014/main" id="{C20D65B5-AC26-4EC9-9D4E-7087CB378C41}"/>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8F1454F6-79D1-4733-B7CB-56F3394E4FE9}"/>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AAB569D7-3DD8-463F-AC12-1BC8610D5025}"/>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72A7774B-1034-41FB-B985-E0655E688D56}"/>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A41B5B18-9881-446D-B6C3-C25D88AD5625}"/>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72BD0819-BC04-43A0-AED0-5ECA2A5568D1}"/>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965736F0-BF2A-48C7-B78C-FAD8A0B1C99B}"/>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38A4C974-F445-427D-BA3B-8DE9D6399383}"/>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9A36CFDE-0D7F-4845-B8EC-7FF06429807D}"/>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29614667-AB70-4303-B90D-6B02F4B0B767}"/>
              </a:ext>
            </a:extLst>
          </p:cNvPr>
          <p:cNvSpPr>
            <a:spLocks noGrp="1"/>
          </p:cNvSpPr>
          <p:nvPr/>
        </p:nvSpPr>
        <p:spPr>
          <a:xfrm>
            <a:off x="762000" y="609600"/>
            <a:ext cx="10668000"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r>
              <a:rPr sz="3600" b="1" dirty="0">
                <a:solidFill>
                  <a:srgbClr val="202D35"/>
                </a:solidFill>
                <a:latin typeface="Arial"/>
                <a:ea typeface="Arial"/>
                <a:cs typeface="Arial"/>
              </a:rPr>
              <a:t>Summary</a:t>
            </a:r>
            <a:r>
              <a:rPr lang="en-US" sz="3600" b="1" dirty="0">
                <a:solidFill>
                  <a:srgbClr val="202D35"/>
                </a:solidFill>
                <a:latin typeface="Arial"/>
                <a:ea typeface="Arial"/>
                <a:cs typeface="Arial"/>
              </a:rPr>
              <a:t> – Philip’s Journeys </a:t>
            </a:r>
            <a:endParaRPr sz="3600" b="1" dirty="0">
              <a:solidFill>
                <a:srgbClr val="202D35"/>
              </a:solidFill>
              <a:latin typeface="Arial"/>
              <a:ea typeface="Arial"/>
              <a:cs typeface="Arial"/>
            </a:endParaRPr>
          </a:p>
        </p:txBody>
      </p:sp>
      <p:sp>
        <p:nvSpPr>
          <p:cNvPr id="11" name="slide-number">
            <a:extLst>
              <a:ext uri="{FF2B5EF4-FFF2-40B4-BE49-F238E27FC236}">
                <a16:creationId xmlns:a16="http://schemas.microsoft.com/office/drawing/2014/main" id="{099B16FF-C75A-4763-B0D4-0F37883C3BED}"/>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2</a:t>
            </a:r>
          </a:p>
        </p:txBody>
      </p:sp>
      <p:sp>
        <p:nvSpPr>
          <p:cNvPr id="102" name="summary-label-1">
            <a:extLst>
              <a:ext uri="{FF2B5EF4-FFF2-40B4-BE49-F238E27FC236}">
                <a16:creationId xmlns:a16="http://schemas.microsoft.com/office/drawing/2014/main" id="{74DB1857-0CF1-4702-B313-3F547F072209}"/>
              </a:ext>
            </a:extLst>
          </p:cNvPr>
          <p:cNvSpPr>
            <a:spLocks noGrp="1"/>
          </p:cNvSpPr>
          <p:nvPr/>
        </p:nvSpPr>
        <p:spPr>
          <a:xfrm>
            <a:off x="762000" y="1409700"/>
            <a:ext cx="10668000" cy="457200"/>
          </a:xfrm>
          <a:prstGeom prst="rect">
            <a:avLst/>
          </a:prstGeom>
          <a:noFill/>
          <a:ln w="0">
            <a:noFill/>
          </a:ln>
        </p:spPr>
        <p:txBody>
          <a:bodyPr>
            <a:noAutofit/>
          </a:bodyPr>
          <a:lstStyle/>
          <a:p>
            <a:pPr>
              <a:defRPr sz="2700" b="1">
                <a:solidFill>
                  <a:srgbClr val="202D35"/>
                </a:solidFill>
                <a:latin typeface="Arial"/>
                <a:ea typeface="Arial"/>
                <a:cs typeface="Arial"/>
              </a:defRPr>
            </a:pPr>
            <a:r>
              <a:rPr sz="2700" b="1">
                <a:solidFill>
                  <a:srgbClr val="202D35"/>
                </a:solidFill>
                <a:latin typeface="Arial"/>
                <a:ea typeface="Arial"/>
                <a:cs typeface="Arial"/>
              </a:rPr>
              <a:t>Bible Passages</a:t>
            </a:r>
          </a:p>
        </p:txBody>
      </p:sp>
      <p:sp>
        <p:nvSpPr>
          <p:cNvPr id="103" name="summary-1">
            <a:extLst>
              <a:ext uri="{FF2B5EF4-FFF2-40B4-BE49-F238E27FC236}">
                <a16:creationId xmlns:a16="http://schemas.microsoft.com/office/drawing/2014/main" id="{E6D7069A-13F2-485C-B18E-17A8DAF0452D}"/>
              </a:ext>
            </a:extLst>
          </p:cNvPr>
          <p:cNvSpPr>
            <a:spLocks noGrp="1"/>
          </p:cNvSpPr>
          <p:nvPr/>
        </p:nvSpPr>
        <p:spPr>
          <a:xfrm>
            <a:off x="762000" y="1905000"/>
            <a:ext cx="10668000" cy="2228850"/>
          </a:xfrm>
          <a:prstGeom prst="rect">
            <a:avLst/>
          </a:prstGeom>
          <a:noFill/>
          <a:ln w="0">
            <a:noFill/>
          </a:ln>
        </p:spPr>
        <p:txBody>
          <a:bodyPr>
            <a:noAutofit/>
          </a:bodyPr>
          <a:lstStyle/>
          <a:p>
            <a:pPr>
              <a:defRPr sz="2400" b="0">
                <a:solidFill>
                  <a:srgbClr val="202D35"/>
                </a:solidFill>
                <a:latin typeface="Arial"/>
                <a:ea typeface="Arial"/>
                <a:cs typeface="Arial"/>
              </a:defRPr>
            </a:pPr>
            <a:r>
              <a:rPr sz="2400" b="0" dirty="0">
                <a:solidFill>
                  <a:srgbClr val="202D35"/>
                </a:solidFill>
                <a:latin typeface="Arial"/>
                <a:ea typeface="Arial"/>
                <a:cs typeface="Arial"/>
              </a:rPr>
              <a:t>Scattered believers spread the gospel beyond Jerusalem. Philip preaches </a:t>
            </a:r>
            <a:r>
              <a:rPr lang="en-US" sz="2400" b="0" dirty="0">
                <a:solidFill>
                  <a:srgbClr val="202D35"/>
                </a:solidFill>
                <a:latin typeface="Arial"/>
                <a:ea typeface="Arial"/>
                <a:cs typeface="Arial"/>
              </a:rPr>
              <a:t>about </a:t>
            </a:r>
            <a:r>
              <a:rPr sz="2400" b="0" dirty="0">
                <a:solidFill>
                  <a:srgbClr val="202D35"/>
                </a:solidFill>
                <a:latin typeface="Arial"/>
                <a:ea typeface="Arial"/>
                <a:cs typeface="Arial"/>
              </a:rPr>
              <a:t>Christ in Samaria, where people believe and are baptized. Peter and John pray for them to receive the Holy Spirit, and Peter rebukes Simon’s attempt to buy spiritual authority. God directs Philip to an Ethiopian official. Beginning with Isaiah, Philip explains the good news about Jesus, and the official is baptized.</a:t>
            </a:r>
          </a:p>
        </p:txBody>
      </p:sp>
      <p:sp>
        <p:nvSpPr>
          <p:cNvPr id="104" name="summary-label-2">
            <a:extLst>
              <a:ext uri="{FF2B5EF4-FFF2-40B4-BE49-F238E27FC236}">
                <a16:creationId xmlns:a16="http://schemas.microsoft.com/office/drawing/2014/main" id="{2CD601D1-0BA4-40E4-BFFB-EA69D162A051}"/>
              </a:ext>
            </a:extLst>
          </p:cNvPr>
          <p:cNvSpPr>
            <a:spLocks noGrp="1"/>
          </p:cNvSpPr>
          <p:nvPr/>
        </p:nvSpPr>
        <p:spPr>
          <a:xfrm>
            <a:off x="762000" y="4219575"/>
            <a:ext cx="10668000" cy="45720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Study Guide Lesson</a:t>
            </a:r>
          </a:p>
        </p:txBody>
      </p:sp>
      <p:sp>
        <p:nvSpPr>
          <p:cNvPr id="105" name="summary-2">
            <a:extLst>
              <a:ext uri="{FF2B5EF4-FFF2-40B4-BE49-F238E27FC236}">
                <a16:creationId xmlns:a16="http://schemas.microsoft.com/office/drawing/2014/main" id="{21EE4B33-7A59-4B5A-8D21-65F0C464624B}"/>
              </a:ext>
            </a:extLst>
          </p:cNvPr>
          <p:cNvSpPr>
            <a:spLocks noGrp="1"/>
          </p:cNvSpPr>
          <p:nvPr/>
        </p:nvSpPr>
        <p:spPr>
          <a:xfrm>
            <a:off x="762000" y="4714875"/>
            <a:ext cx="10668000" cy="1428750"/>
          </a:xfrm>
          <a:prstGeom prst="rect">
            <a:avLst/>
          </a:prstGeom>
          <a:noFill/>
          <a:ln w="0">
            <a:noFill/>
          </a:ln>
        </p:spPr>
        <p:txBody>
          <a:bodyPr>
            <a:noAutofit/>
          </a:bodyPr>
          <a:lstStyle/>
          <a:p>
            <a:pPr>
              <a:defRPr sz="2400" b="0">
                <a:solidFill>
                  <a:srgbClr val="202D35"/>
                </a:solidFill>
                <a:latin typeface="Arial"/>
                <a:ea typeface="Arial"/>
                <a:cs typeface="Arial"/>
              </a:defRPr>
            </a:pPr>
            <a:r>
              <a:rPr sz="2400" b="0">
                <a:solidFill>
                  <a:srgbClr val="202D35"/>
                </a:solidFill>
                <a:latin typeface="Arial"/>
                <a:ea typeface="Arial"/>
                <a:cs typeface="Arial"/>
              </a:rPr>
              <a:t>Compare the two encounters: who responds, what barriers are crossed, what leads to belief and baptism, and how the apostles participate. Explore God’s guidance, Scripture pointing to Jesus, and the Holy Spirit as God’s gift. Simon’s story challenges us to examine our motives in giving and serving.</a:t>
            </a:r>
          </a:p>
        </p:txBody>
      </p:sp>
    </p:spTree>
    <p:extLst>
      <p:ext uri="{BB962C8B-B14F-4D97-AF65-F5344CB8AC3E}">
        <p14:creationId xmlns:p14="http://schemas.microsoft.com/office/powerpoint/2010/main" val="1778879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a:extLst>
            <a:ext uri="{FF2B5EF4-FFF2-40B4-BE49-F238E27FC236}">
              <a16:creationId xmlns:a16="http://schemas.microsoft.com/office/drawing/2014/main" id="{FE7B9D36-F391-00F6-2656-0349926E671B}"/>
            </a:ext>
          </a:extLst>
        </p:cNvPr>
        <p:cNvGrpSpPr/>
        <p:nvPr/>
      </p:nvGrpSpPr>
      <p:grpSpPr>
        <a:xfrm>
          <a:off x="0" y="0"/>
          <a:ext cx="0" cy="0"/>
          <a:chOff x="0" y="0"/>
          <a:chExt cx="0" cy="0"/>
        </a:xfrm>
      </p:grpSpPr>
      <p:sp>
        <p:nvSpPr>
          <p:cNvPr id="17" name="muted-gold-border">
            <a:extLst>
              <a:ext uri="{FF2B5EF4-FFF2-40B4-BE49-F238E27FC236}">
                <a16:creationId xmlns:a16="http://schemas.microsoft.com/office/drawing/2014/main" id="{8FE3BCD8-2A0A-4AE8-4E15-215300C77305}"/>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66C3F644-FF06-A3E0-E937-621836182CA7}"/>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6C5E33B9-25B6-9708-699B-63A85B9D9126}"/>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013CBC33-E97A-9156-CCDB-BC276079C34D}"/>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7103E0F5-149F-3A0C-30B7-19B919D1C81F}"/>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7C09736D-6E77-4A46-A1CD-28D77019CFE2}"/>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18AC3D4A-79F1-35E2-5B2B-25AF3F1F01B0}"/>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93921427-0B9F-F38D-21EB-0611CDA66A0E}"/>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CD3406D3-D4E1-34BA-A942-82CC8CEB951E}"/>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D5A4ED8E-DF71-BA2A-F4A7-D767FA592368}"/>
              </a:ext>
            </a:extLst>
          </p:cNvPr>
          <p:cNvSpPr>
            <a:spLocks noGrp="1"/>
          </p:cNvSpPr>
          <p:nvPr/>
        </p:nvSpPr>
        <p:spPr>
          <a:xfrm>
            <a:off x="762000" y="609600"/>
            <a:ext cx="10668000"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r>
              <a:rPr lang="en-US" sz="3600" b="1" dirty="0">
                <a:solidFill>
                  <a:srgbClr val="202D35"/>
                </a:solidFill>
                <a:latin typeface="Arial"/>
                <a:ea typeface="Arial"/>
                <a:cs typeface="Arial"/>
              </a:rPr>
              <a:t>Point of Clarification </a:t>
            </a:r>
            <a:endParaRPr sz="3600" b="1" dirty="0">
              <a:solidFill>
                <a:srgbClr val="202D35"/>
              </a:solidFill>
              <a:latin typeface="Arial"/>
              <a:ea typeface="Arial"/>
              <a:cs typeface="Arial"/>
            </a:endParaRPr>
          </a:p>
        </p:txBody>
      </p:sp>
      <p:sp>
        <p:nvSpPr>
          <p:cNvPr id="11" name="slide-number">
            <a:extLst>
              <a:ext uri="{FF2B5EF4-FFF2-40B4-BE49-F238E27FC236}">
                <a16:creationId xmlns:a16="http://schemas.microsoft.com/office/drawing/2014/main" id="{F7B9A78B-5A31-4F83-BF6F-1777D78C62DD}"/>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3</a:t>
            </a:r>
          </a:p>
        </p:txBody>
      </p:sp>
      <p:sp>
        <p:nvSpPr>
          <p:cNvPr id="102" name="summary-label-1">
            <a:extLst>
              <a:ext uri="{FF2B5EF4-FFF2-40B4-BE49-F238E27FC236}">
                <a16:creationId xmlns:a16="http://schemas.microsoft.com/office/drawing/2014/main" id="{DF54D690-A016-3F63-C5E3-00C1F566D16E}"/>
              </a:ext>
            </a:extLst>
          </p:cNvPr>
          <p:cNvSpPr>
            <a:spLocks noGrp="1"/>
          </p:cNvSpPr>
          <p:nvPr/>
        </p:nvSpPr>
        <p:spPr>
          <a:xfrm>
            <a:off x="762000" y="1390650"/>
            <a:ext cx="10668000" cy="457200"/>
          </a:xfrm>
          <a:prstGeom prst="rect">
            <a:avLst/>
          </a:prstGeom>
          <a:noFill/>
          <a:ln w="0">
            <a:noFill/>
          </a:ln>
        </p:spPr>
        <p:txBody>
          <a:bodyPr>
            <a:noAutofit/>
          </a:bodyPr>
          <a:lstStyle/>
          <a:p>
            <a:pPr>
              <a:defRPr sz="2700" b="1">
                <a:solidFill>
                  <a:srgbClr val="202D35"/>
                </a:solidFill>
                <a:latin typeface="Arial"/>
                <a:ea typeface="Arial"/>
                <a:cs typeface="Arial"/>
              </a:defRPr>
            </a:pPr>
            <a:r>
              <a:rPr lang="en-US" sz="2700" b="1" dirty="0">
                <a:solidFill>
                  <a:srgbClr val="202D35"/>
                </a:solidFill>
                <a:latin typeface="Arial"/>
                <a:ea typeface="Arial"/>
                <a:cs typeface="Arial"/>
              </a:rPr>
              <a:t>The Philip in Acts Chapter 8 is not “Philip the Apostle”</a:t>
            </a:r>
            <a:endParaRPr sz="2700" b="1" dirty="0">
              <a:solidFill>
                <a:srgbClr val="202D35"/>
              </a:solidFill>
              <a:latin typeface="Arial"/>
              <a:ea typeface="Arial"/>
              <a:cs typeface="Arial"/>
            </a:endParaRPr>
          </a:p>
        </p:txBody>
      </p:sp>
      <p:sp>
        <p:nvSpPr>
          <p:cNvPr id="13" name="TextBox 12">
            <a:extLst>
              <a:ext uri="{FF2B5EF4-FFF2-40B4-BE49-F238E27FC236}">
                <a16:creationId xmlns:a16="http://schemas.microsoft.com/office/drawing/2014/main" id="{129A77F5-19CD-EAB7-6FD5-EC2EA9B37AE7}"/>
              </a:ext>
            </a:extLst>
          </p:cNvPr>
          <p:cNvSpPr txBox="1"/>
          <p:nvPr/>
        </p:nvSpPr>
        <p:spPr>
          <a:xfrm>
            <a:off x="762000" y="2950069"/>
            <a:ext cx="8594651" cy="1938992"/>
          </a:xfrm>
          <a:prstGeom prst="rect">
            <a:avLst/>
          </a:prstGeom>
          <a:noFill/>
        </p:spPr>
        <p:txBody>
          <a:bodyPr wrap="square">
            <a:spAutoFit/>
          </a:bodyPr>
          <a:lstStyle/>
          <a:p>
            <a:pPr marL="342900" lvl="0" indent="-342900">
              <a:buFont typeface="Arial" panose="020B0604020202020204" pitchFamily="34" charset="0"/>
              <a:buChar char="•"/>
            </a:pPr>
            <a:r>
              <a:rPr lang="en-US" sz="2400" b="1" dirty="0"/>
              <a:t>Acts 8:1, 4–5:</a:t>
            </a:r>
            <a:r>
              <a:rPr lang="en-US" sz="2400" dirty="0"/>
              <a:t> The apostles remain in Jerusalem while scattered believers spread the word. Philip goes to Samaria and preaches.</a:t>
            </a:r>
          </a:p>
          <a:p>
            <a:pPr lvl="0"/>
            <a:endParaRPr lang="en-US" sz="2400" dirty="0"/>
          </a:p>
          <a:p>
            <a:pPr marL="342900" lvl="0" indent="-342900">
              <a:buFont typeface="Arial" panose="020B0604020202020204" pitchFamily="34" charset="0"/>
              <a:buChar char="•"/>
            </a:pPr>
            <a:r>
              <a:rPr lang="en-US" sz="2400" b="1" dirty="0"/>
              <a:t>Acts 21:8:</a:t>
            </a:r>
            <a:r>
              <a:rPr lang="en-US" sz="2400" dirty="0"/>
              <a:t> Luke explicitly identifies him as “</a:t>
            </a:r>
            <a:r>
              <a:rPr lang="en-US" sz="2400" b="1" u="sng" dirty="0"/>
              <a:t>Philip the evangelist</a:t>
            </a:r>
            <a:r>
              <a:rPr lang="en-US" sz="2400" dirty="0"/>
              <a:t>, who was one of the seven.”</a:t>
            </a:r>
          </a:p>
        </p:txBody>
      </p:sp>
      <p:sp>
        <p:nvSpPr>
          <p:cNvPr id="15" name="TextBox 14">
            <a:extLst>
              <a:ext uri="{FF2B5EF4-FFF2-40B4-BE49-F238E27FC236}">
                <a16:creationId xmlns:a16="http://schemas.microsoft.com/office/drawing/2014/main" id="{5B039ABE-E0BE-2C62-EF9A-AEA4EE6753DD}"/>
              </a:ext>
            </a:extLst>
          </p:cNvPr>
          <p:cNvSpPr txBox="1"/>
          <p:nvPr/>
        </p:nvSpPr>
        <p:spPr>
          <a:xfrm>
            <a:off x="762000" y="2168127"/>
            <a:ext cx="6097772" cy="461665"/>
          </a:xfrm>
          <a:prstGeom prst="rect">
            <a:avLst/>
          </a:prstGeom>
          <a:noFill/>
        </p:spPr>
        <p:txBody>
          <a:bodyPr wrap="square">
            <a:spAutoFit/>
          </a:bodyPr>
          <a:lstStyle/>
          <a:p>
            <a:r>
              <a:rPr lang="en-US" sz="2400" b="1" dirty="0"/>
              <a:t>Two passages help distinguish them:</a:t>
            </a:r>
          </a:p>
        </p:txBody>
      </p:sp>
    </p:spTree>
    <p:extLst>
      <p:ext uri="{BB962C8B-B14F-4D97-AF65-F5344CB8AC3E}">
        <p14:creationId xmlns:p14="http://schemas.microsoft.com/office/powerpoint/2010/main" val="2108890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8" name="muted-gold-border">
            <a:extLst>
              <a:ext uri="{FF2B5EF4-FFF2-40B4-BE49-F238E27FC236}">
                <a16:creationId xmlns:a16="http://schemas.microsoft.com/office/drawing/2014/main" id="{36E68530-FD6D-4AB9-9419-C946E3A6B4A8}"/>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text">
            <a:extLst>
              <a:ext uri="{FF2B5EF4-FFF2-40B4-BE49-F238E27FC236}">
                <a16:creationId xmlns:a16="http://schemas.microsoft.com/office/drawing/2014/main" id="{7E9DE948-502E-4DBD-A5A1-8B5C1639F82C}"/>
              </a:ext>
            </a:extLst>
          </p:cNvPr>
          <p:cNvSpPr>
            <a:spLocks noGrp="1"/>
          </p:cNvSpPr>
          <p:nvPr/>
        </p:nvSpPr>
        <p:spPr>
          <a:xfrm>
            <a:off x="6031762" y="462326"/>
            <a:ext cx="3318909" cy="609600"/>
          </a:xfrm>
          <a:prstGeom prst="rect">
            <a:avLst/>
          </a:prstGeom>
          <a:noFill/>
          <a:ln w="0">
            <a:noFill/>
          </a:ln>
        </p:spPr>
        <p:txBody>
          <a:bodyPr lIns="0" tIns="0" rIns="0" bIns="0">
            <a:noAutofit/>
          </a:bodyPr>
          <a:lstStyle/>
          <a:p>
            <a:pPr>
              <a:defRPr sz="3600" b="1">
                <a:solidFill>
                  <a:srgbClr val="202D35"/>
                </a:solidFill>
                <a:latin typeface="Arial"/>
                <a:ea typeface="Arial"/>
                <a:cs typeface="Arial"/>
              </a:defRPr>
            </a:pPr>
            <a:r>
              <a:rPr sz="3600" b="1" dirty="0">
                <a:solidFill>
                  <a:srgbClr val="202D35"/>
                </a:solidFill>
                <a:latin typeface="Arial"/>
                <a:ea typeface="Arial"/>
                <a:cs typeface="Arial"/>
              </a:rPr>
              <a:t>Philip’s travels</a:t>
            </a:r>
          </a:p>
        </p:txBody>
      </p:sp>
      <p:pic>
        <p:nvPicPr>
          <p:cNvPr id="10" name="Picture 9"/>
          <p:cNvPicPr>
            <a:picLocks noChangeAspect="1"/>
          </p:cNvPicPr>
          <p:nvPr/>
        </p:nvPicPr>
        <p:blipFill>
          <a:blip r:embed="rId3"/>
          <a:stretch/>
        </p:blipFill>
        <p:spPr>
          <a:xfrm>
            <a:off x="963132" y="397998"/>
            <a:ext cx="3917212" cy="6088527"/>
          </a:xfrm>
          <a:prstGeom prst="rect">
            <a:avLst/>
          </a:prstGeom>
        </p:spPr>
      </p:pic>
      <p:graphicFrame>
        <p:nvGraphicFramePr>
          <p:cNvPr id="11" name="Table 10"/>
          <p:cNvGraphicFramePr/>
          <p:nvPr>
            <p:extLst>
              <p:ext uri="{D42A27DB-BD31-4B8C-83A1-F6EECF244321}">
                <p14:modId xmlns:p14="http://schemas.microsoft.com/office/powerpoint/2010/main" val="82675886"/>
              </p:ext>
            </p:extLst>
          </p:nvPr>
        </p:nvGraphicFramePr>
        <p:xfrm>
          <a:off x="5913474" y="1229451"/>
          <a:ext cx="5739809" cy="3638066"/>
        </p:xfrm>
        <a:graphic>
          <a:graphicData uri="http://schemas.openxmlformats.org/drawingml/2006/table">
            <a:tbl>
              <a:tblPr/>
              <a:tblGrid>
                <a:gridCol w="3214293">
                  <a:extLst>
                    <a:ext uri="{9D8B030D-6E8A-4147-A177-3AD203B41FA5}">
                      <a16:colId xmlns:a16="http://schemas.microsoft.com/office/drawing/2014/main" val="20000"/>
                    </a:ext>
                  </a:extLst>
                </a:gridCol>
                <a:gridCol w="1262758">
                  <a:extLst>
                    <a:ext uri="{9D8B030D-6E8A-4147-A177-3AD203B41FA5}">
                      <a16:colId xmlns:a16="http://schemas.microsoft.com/office/drawing/2014/main" val="20001"/>
                    </a:ext>
                  </a:extLst>
                </a:gridCol>
                <a:gridCol w="1262758">
                  <a:extLst>
                    <a:ext uri="{9D8B030D-6E8A-4147-A177-3AD203B41FA5}">
                      <a16:colId xmlns:a16="http://schemas.microsoft.com/office/drawing/2014/main" val="20002"/>
                    </a:ext>
                  </a:extLst>
                </a:gridCol>
              </a:tblGrid>
              <a:tr h="416419">
                <a:tc>
                  <a:txBody>
                    <a:bodyPr/>
                    <a:lstStyle/>
                    <a:p>
                      <a:r>
                        <a:rPr sz="2400" b="1">
                          <a:solidFill>
                            <a:srgbClr val="FFFFFF"/>
                          </a:solidFill>
                          <a:latin typeface="Arial"/>
                          <a:ea typeface="Arial"/>
                          <a:cs typeface="Arial"/>
                        </a:rPr>
                        <a:t>Journey</a:t>
                      </a:r>
                    </a:p>
                  </a:txBody>
                  <a:tcPr marL="114300" marR="95250" marT="57150" marB="57150" anchor="ctr">
                    <a:solidFill>
                      <a:srgbClr val="215D53"/>
                    </a:solidFill>
                  </a:tcPr>
                </a:tc>
                <a:tc>
                  <a:txBody>
                    <a:bodyPr/>
                    <a:lstStyle/>
                    <a:p>
                      <a:r>
                        <a:rPr sz="2400" b="1">
                          <a:solidFill>
                            <a:srgbClr val="FFFFFF"/>
                          </a:solidFill>
                          <a:latin typeface="Arial"/>
                          <a:ea typeface="Arial"/>
                          <a:cs typeface="Arial"/>
                        </a:rPr>
                        <a:t>Miles</a:t>
                      </a:r>
                    </a:p>
                  </a:txBody>
                  <a:tcPr marL="114300" marR="95250" marT="57150" marB="57150" anchor="ctr">
                    <a:solidFill>
                      <a:srgbClr val="215D53"/>
                    </a:solidFill>
                  </a:tcPr>
                </a:tc>
                <a:tc>
                  <a:txBody>
                    <a:bodyPr/>
                    <a:lstStyle/>
                    <a:p>
                      <a:r>
                        <a:rPr sz="2400" b="1">
                          <a:solidFill>
                            <a:srgbClr val="FFFFFF"/>
                          </a:solidFill>
                          <a:latin typeface="Arial"/>
                          <a:ea typeface="Arial"/>
                          <a:cs typeface="Arial"/>
                        </a:rPr>
                        <a:t>Days</a:t>
                      </a:r>
                    </a:p>
                  </a:txBody>
                  <a:tcPr marL="114300" marR="95250" marT="57150" marB="57150" anchor="ctr">
                    <a:solidFill>
                      <a:srgbClr val="215D53"/>
                    </a:solidFill>
                  </a:tcPr>
                </a:tc>
                <a:extLst>
                  <a:ext uri="{0D108BD9-81ED-4DB2-BD59-A6C34878D82A}">
                    <a16:rowId xmlns:a16="http://schemas.microsoft.com/office/drawing/2014/main" val="10000"/>
                  </a:ext>
                </a:extLst>
              </a:tr>
              <a:tr h="725059">
                <a:tc>
                  <a:txBody>
                    <a:bodyPr/>
                    <a:lstStyle/>
                    <a:p>
                      <a:r>
                        <a:rPr sz="2400" b="0">
                          <a:solidFill>
                            <a:srgbClr val="202D35"/>
                          </a:solidFill>
                          <a:latin typeface="Arial"/>
                          <a:ea typeface="Arial"/>
                          <a:cs typeface="Arial"/>
                        </a:rPr>
                        <a:t>Jerusalem to</a:t>
                      </a:r>
                    </a:p>
                    <a:p>
                      <a:r>
                        <a:rPr sz="2400" b="0">
                          <a:solidFill>
                            <a:srgbClr val="202D35"/>
                          </a:solidFill>
                          <a:latin typeface="Arial"/>
                          <a:ea typeface="Arial"/>
                          <a:cs typeface="Arial"/>
                        </a:rPr>
                        <a:t>Samaria</a:t>
                      </a:r>
                    </a:p>
                  </a:txBody>
                  <a:tcPr marL="114300" marR="95250" marT="57150" marB="57150" anchor="ctr">
                    <a:solidFill>
                      <a:srgbClr val="F6F2E9"/>
                    </a:solidFill>
                  </a:tcPr>
                </a:tc>
                <a:tc>
                  <a:txBody>
                    <a:bodyPr/>
                    <a:lstStyle/>
                    <a:p>
                      <a:r>
                        <a:rPr sz="2400" b="0">
                          <a:solidFill>
                            <a:srgbClr val="202D35"/>
                          </a:solidFill>
                          <a:latin typeface="Arial"/>
                          <a:ea typeface="Arial"/>
                          <a:cs typeface="Arial"/>
                        </a:rPr>
                        <a:t>40–45</a:t>
                      </a:r>
                    </a:p>
                  </a:txBody>
                  <a:tcPr marL="114300" marR="95250" marT="57150" marB="57150" anchor="ctr">
                    <a:solidFill>
                      <a:srgbClr val="F6F2E9"/>
                    </a:solidFill>
                  </a:tcPr>
                </a:tc>
                <a:tc>
                  <a:txBody>
                    <a:bodyPr/>
                    <a:lstStyle/>
                    <a:p>
                      <a:r>
                        <a:rPr sz="2400" b="0">
                          <a:solidFill>
                            <a:srgbClr val="202D35"/>
                          </a:solidFill>
                          <a:latin typeface="Arial"/>
                          <a:ea typeface="Arial"/>
                          <a:cs typeface="Arial"/>
                        </a:rPr>
                        <a:t>3–4</a:t>
                      </a:r>
                    </a:p>
                  </a:txBody>
                  <a:tcPr marL="114300" marR="95250" marT="57150" marB="57150" anchor="ctr">
                    <a:solidFill>
                      <a:srgbClr val="F6F2E9"/>
                    </a:solidFill>
                  </a:tcPr>
                </a:tc>
                <a:extLst>
                  <a:ext uri="{0D108BD9-81ED-4DB2-BD59-A6C34878D82A}">
                    <a16:rowId xmlns:a16="http://schemas.microsoft.com/office/drawing/2014/main" val="10001"/>
                  </a:ext>
                </a:extLst>
              </a:tr>
              <a:tr h="725059">
                <a:tc>
                  <a:txBody>
                    <a:bodyPr/>
                    <a:lstStyle/>
                    <a:p>
                      <a:r>
                        <a:rPr sz="2400" b="0" dirty="0">
                          <a:solidFill>
                            <a:srgbClr val="202D35"/>
                          </a:solidFill>
                          <a:latin typeface="Arial"/>
                          <a:ea typeface="Arial"/>
                          <a:cs typeface="Arial"/>
                        </a:rPr>
                        <a:t>Samaria to Gaza</a:t>
                      </a:r>
                    </a:p>
                    <a:p>
                      <a:r>
                        <a:rPr sz="2400" b="0" dirty="0">
                          <a:solidFill>
                            <a:srgbClr val="202D35"/>
                          </a:solidFill>
                          <a:latin typeface="Arial"/>
                          <a:ea typeface="Arial"/>
                          <a:cs typeface="Arial"/>
                        </a:rPr>
                        <a:t>(via Jerusalem)</a:t>
                      </a:r>
                    </a:p>
                  </a:txBody>
                  <a:tcPr marL="114300" marR="95250" marT="57150" marB="57150" anchor="ctr">
                    <a:solidFill>
                      <a:srgbClr val="F0F5F2"/>
                    </a:solidFill>
                  </a:tcPr>
                </a:tc>
                <a:tc>
                  <a:txBody>
                    <a:bodyPr/>
                    <a:lstStyle/>
                    <a:p>
                      <a:r>
                        <a:rPr sz="2400" b="0" dirty="0">
                          <a:solidFill>
                            <a:srgbClr val="202D35"/>
                          </a:solidFill>
                          <a:latin typeface="Arial"/>
                          <a:ea typeface="Arial"/>
                          <a:cs typeface="Arial"/>
                        </a:rPr>
                        <a:t>90–100</a:t>
                      </a:r>
                    </a:p>
                  </a:txBody>
                  <a:tcPr marL="114300" marR="95250" marT="57150" marB="57150" anchor="ctr">
                    <a:solidFill>
                      <a:srgbClr val="F0F5F2"/>
                    </a:solidFill>
                  </a:tcPr>
                </a:tc>
                <a:tc>
                  <a:txBody>
                    <a:bodyPr/>
                    <a:lstStyle/>
                    <a:p>
                      <a:r>
                        <a:rPr sz="2400" b="0" dirty="0">
                          <a:solidFill>
                            <a:srgbClr val="202D35"/>
                          </a:solidFill>
                          <a:latin typeface="Arial"/>
                          <a:ea typeface="Arial"/>
                          <a:cs typeface="Arial"/>
                        </a:rPr>
                        <a:t>6–8</a:t>
                      </a:r>
                    </a:p>
                  </a:txBody>
                  <a:tcPr marL="114300" marR="95250" marT="57150" marB="57150" anchor="ctr">
                    <a:solidFill>
                      <a:srgbClr val="F0F5F2"/>
                    </a:solidFill>
                  </a:tcPr>
                </a:tc>
                <a:extLst>
                  <a:ext uri="{0D108BD9-81ED-4DB2-BD59-A6C34878D82A}">
                    <a16:rowId xmlns:a16="http://schemas.microsoft.com/office/drawing/2014/main" val="10002"/>
                  </a:ext>
                </a:extLst>
              </a:tr>
              <a:tr h="620546">
                <a:tc>
                  <a:txBody>
                    <a:bodyPr/>
                    <a:lstStyle/>
                    <a:p>
                      <a:r>
                        <a:rPr sz="2400" b="0">
                          <a:solidFill>
                            <a:srgbClr val="202D35"/>
                          </a:solidFill>
                          <a:latin typeface="Arial"/>
                          <a:ea typeface="Arial"/>
                          <a:cs typeface="Arial"/>
                        </a:rPr>
                        <a:t>Gaza to Azotus*</a:t>
                      </a:r>
                    </a:p>
                  </a:txBody>
                  <a:tcPr marL="114300" marR="95250" marT="57150" marB="57150" anchor="ctr">
                    <a:solidFill>
                      <a:srgbClr val="F6F2E9"/>
                    </a:solidFill>
                  </a:tcPr>
                </a:tc>
                <a:tc>
                  <a:txBody>
                    <a:bodyPr/>
                    <a:lstStyle/>
                    <a:p>
                      <a:r>
                        <a:rPr sz="2400" b="0">
                          <a:solidFill>
                            <a:srgbClr val="202D35"/>
                          </a:solidFill>
                          <a:latin typeface="Arial"/>
                          <a:ea typeface="Arial"/>
                          <a:cs typeface="Arial"/>
                        </a:rPr>
                        <a:t>20</a:t>
                      </a:r>
                    </a:p>
                  </a:txBody>
                  <a:tcPr marL="114300" marR="95250" marT="57150" marB="57150" anchor="ctr">
                    <a:solidFill>
                      <a:srgbClr val="F6F2E9"/>
                    </a:solidFill>
                  </a:tcPr>
                </a:tc>
                <a:tc>
                  <a:txBody>
                    <a:bodyPr/>
                    <a:lstStyle/>
                    <a:p>
                      <a:r>
                        <a:rPr sz="2400" b="0">
                          <a:solidFill>
                            <a:srgbClr val="202D35"/>
                          </a:solidFill>
                          <a:latin typeface="Arial"/>
                          <a:ea typeface="Arial"/>
                          <a:cs typeface="Arial"/>
                        </a:rPr>
                        <a:t>1–2</a:t>
                      </a:r>
                    </a:p>
                  </a:txBody>
                  <a:tcPr marL="114300" marR="95250" marT="57150" marB="57150" anchor="ctr">
                    <a:solidFill>
                      <a:srgbClr val="F6F2E9"/>
                    </a:solidFill>
                  </a:tcPr>
                </a:tc>
                <a:extLst>
                  <a:ext uri="{0D108BD9-81ED-4DB2-BD59-A6C34878D82A}">
                    <a16:rowId xmlns:a16="http://schemas.microsoft.com/office/drawing/2014/main" val="10003"/>
                  </a:ext>
                </a:extLst>
              </a:tr>
              <a:tr h="725059">
                <a:tc>
                  <a:txBody>
                    <a:bodyPr/>
                    <a:lstStyle/>
                    <a:p>
                      <a:r>
                        <a:rPr sz="2400" b="0">
                          <a:solidFill>
                            <a:srgbClr val="202D35"/>
                          </a:solidFill>
                          <a:latin typeface="Arial"/>
                          <a:ea typeface="Arial"/>
                          <a:cs typeface="Arial"/>
                        </a:rPr>
                        <a:t>Azotus to</a:t>
                      </a:r>
                    </a:p>
                    <a:p>
                      <a:r>
                        <a:rPr sz="2400" b="0">
                          <a:solidFill>
                            <a:srgbClr val="202D35"/>
                          </a:solidFill>
                          <a:latin typeface="Arial"/>
                          <a:ea typeface="Arial"/>
                          <a:cs typeface="Arial"/>
                        </a:rPr>
                        <a:t>Caesarea</a:t>
                      </a:r>
                    </a:p>
                  </a:txBody>
                  <a:tcPr marL="114300" marR="95250" marT="57150" marB="57150" anchor="ctr">
                    <a:solidFill>
                      <a:srgbClr val="F0F5F2"/>
                    </a:solidFill>
                  </a:tcPr>
                </a:tc>
                <a:tc>
                  <a:txBody>
                    <a:bodyPr/>
                    <a:lstStyle/>
                    <a:p>
                      <a:r>
                        <a:rPr sz="2400" b="0">
                          <a:solidFill>
                            <a:srgbClr val="202D35"/>
                          </a:solidFill>
                          <a:latin typeface="Arial"/>
                          <a:ea typeface="Arial"/>
                          <a:cs typeface="Arial"/>
                        </a:rPr>
                        <a:t>60</a:t>
                      </a:r>
                    </a:p>
                  </a:txBody>
                  <a:tcPr marL="114300" marR="95250" marT="57150" marB="57150" anchor="ctr">
                    <a:solidFill>
                      <a:srgbClr val="F0F5F2"/>
                    </a:solidFill>
                  </a:tcPr>
                </a:tc>
                <a:tc>
                  <a:txBody>
                    <a:bodyPr/>
                    <a:lstStyle/>
                    <a:p>
                      <a:r>
                        <a:rPr sz="2400" b="0" dirty="0">
                          <a:solidFill>
                            <a:srgbClr val="202D35"/>
                          </a:solidFill>
                          <a:latin typeface="Arial"/>
                          <a:ea typeface="Arial"/>
                          <a:cs typeface="Arial"/>
                        </a:rPr>
                        <a:t>3–5</a:t>
                      </a:r>
                    </a:p>
                  </a:txBody>
                  <a:tcPr marL="114300" marR="95250" marT="57150" marB="57150" anchor="ctr">
                    <a:solidFill>
                      <a:srgbClr val="F0F5F2"/>
                    </a:solidFill>
                  </a:tcPr>
                </a:tc>
                <a:extLst>
                  <a:ext uri="{0D108BD9-81ED-4DB2-BD59-A6C34878D82A}">
                    <a16:rowId xmlns:a16="http://schemas.microsoft.com/office/drawing/2014/main" val="10004"/>
                  </a:ext>
                </a:extLst>
              </a:tr>
            </a:tbl>
          </a:graphicData>
        </a:graphic>
      </p:graphicFrame>
      <p:sp>
        <p:nvSpPr>
          <p:cNvPr id="5" name="text">
            <a:extLst>
              <a:ext uri="{FF2B5EF4-FFF2-40B4-BE49-F238E27FC236}">
                <a16:creationId xmlns:a16="http://schemas.microsoft.com/office/drawing/2014/main" id="{744CF3D8-8421-4036-9B4A-A37401A50DED}"/>
              </a:ext>
            </a:extLst>
          </p:cNvPr>
          <p:cNvSpPr>
            <a:spLocks noGrp="1"/>
          </p:cNvSpPr>
          <p:nvPr/>
        </p:nvSpPr>
        <p:spPr>
          <a:xfrm>
            <a:off x="6031762" y="5048250"/>
            <a:ext cx="5112488" cy="514350"/>
          </a:xfrm>
          <a:prstGeom prst="rect">
            <a:avLst/>
          </a:prstGeom>
          <a:noFill/>
          <a:ln w="0">
            <a:noFill/>
          </a:ln>
        </p:spPr>
        <p:txBody>
          <a:bodyPr lIns="0" tIns="0" rIns="0" bIns="0">
            <a:noAutofit/>
          </a:bodyPr>
          <a:lstStyle/>
          <a:p>
            <a:pPr>
              <a:defRPr sz="1875" b="0">
                <a:solidFill>
                  <a:srgbClr val="202D35"/>
                </a:solidFill>
                <a:latin typeface="Arial"/>
                <a:ea typeface="Arial"/>
                <a:cs typeface="Arial"/>
              </a:defRPr>
            </a:pPr>
            <a:r>
              <a:rPr sz="1875" b="0" dirty="0">
                <a:solidFill>
                  <a:srgbClr val="202D35"/>
                </a:solidFill>
                <a:latin typeface="Arial"/>
                <a:ea typeface="Arial"/>
                <a:cs typeface="Arial"/>
              </a:rPr>
              <a:t>Approximate walking days, allowing for terrain.</a:t>
            </a:r>
          </a:p>
          <a:p>
            <a:pPr>
              <a:defRPr sz="1875" b="0">
                <a:solidFill>
                  <a:srgbClr val="202D35"/>
                </a:solidFill>
                <a:latin typeface="Arial"/>
                <a:ea typeface="Arial"/>
                <a:cs typeface="Arial"/>
              </a:defRPr>
            </a:pPr>
            <a:r>
              <a:rPr sz="1875" b="0" dirty="0">
                <a:solidFill>
                  <a:srgbClr val="202D35"/>
                </a:solidFill>
                <a:latin typeface="Arial"/>
                <a:ea typeface="Arial"/>
                <a:cs typeface="Arial"/>
              </a:rPr>
              <a:t>Actual route and duration are unknown.</a:t>
            </a:r>
          </a:p>
        </p:txBody>
      </p:sp>
      <p:sp>
        <p:nvSpPr>
          <p:cNvPr id="6" name="text">
            <a:extLst>
              <a:ext uri="{FF2B5EF4-FFF2-40B4-BE49-F238E27FC236}">
                <a16:creationId xmlns:a16="http://schemas.microsoft.com/office/drawing/2014/main" id="{CD71EFBB-391A-43E4-948E-60502402B2B8}"/>
              </a:ext>
            </a:extLst>
          </p:cNvPr>
          <p:cNvSpPr>
            <a:spLocks noGrp="1"/>
          </p:cNvSpPr>
          <p:nvPr/>
        </p:nvSpPr>
        <p:spPr>
          <a:xfrm>
            <a:off x="6031762" y="5743333"/>
            <a:ext cx="5112488" cy="457200"/>
          </a:xfrm>
          <a:prstGeom prst="rect">
            <a:avLst/>
          </a:prstGeom>
          <a:noFill/>
          <a:ln w="0">
            <a:noFill/>
          </a:ln>
        </p:spPr>
        <p:txBody>
          <a:bodyPr lIns="0" tIns="0" rIns="0" bIns="0">
            <a:noAutofit/>
          </a:bodyPr>
          <a:lstStyle/>
          <a:p>
            <a:pPr>
              <a:defRPr sz="1650" b="0">
                <a:solidFill>
                  <a:srgbClr val="202D35"/>
                </a:solidFill>
                <a:latin typeface="Arial"/>
                <a:ea typeface="Arial"/>
                <a:cs typeface="Arial"/>
              </a:defRPr>
            </a:pPr>
            <a:r>
              <a:rPr sz="1650" b="0" dirty="0">
                <a:solidFill>
                  <a:srgbClr val="202D35"/>
                </a:solidFill>
                <a:latin typeface="Arial"/>
                <a:ea typeface="Arial"/>
                <a:cs typeface="Arial"/>
              </a:rPr>
              <a:t>*Walking comparison only. The Spirit took Philip away</a:t>
            </a:r>
          </a:p>
          <a:p>
            <a:pPr>
              <a:defRPr sz="1650" b="0">
                <a:solidFill>
                  <a:srgbClr val="202D35"/>
                </a:solidFill>
                <a:latin typeface="Arial"/>
                <a:ea typeface="Arial"/>
                <a:cs typeface="Arial"/>
              </a:defRPr>
            </a:pPr>
            <a:r>
              <a:rPr sz="1650" b="0" dirty="0">
                <a:solidFill>
                  <a:srgbClr val="202D35"/>
                </a:solidFill>
                <a:latin typeface="Arial"/>
                <a:ea typeface="Arial"/>
                <a:cs typeface="Arial"/>
              </a:rPr>
              <a:t>before he appeared at Azotus (Acts 8:39–40).</a:t>
            </a:r>
          </a:p>
        </p:txBody>
      </p:sp>
      <p:sp>
        <p:nvSpPr>
          <p:cNvPr id="7" name="slide-number">
            <a:extLst>
              <a:ext uri="{FF2B5EF4-FFF2-40B4-BE49-F238E27FC236}">
                <a16:creationId xmlns:a16="http://schemas.microsoft.com/office/drawing/2014/main" id="{40DF957F-B289-468F-8D5B-1945F87D5A2D}"/>
              </a:ext>
            </a:extLst>
          </p:cNvPr>
          <p:cNvSpPr>
            <a:spLocks noGrp="1"/>
          </p:cNvSpPr>
          <p:nvPr/>
        </p:nvSpPr>
        <p:spPr>
          <a:xfrm>
            <a:off x="10858500" y="6200775"/>
            <a:ext cx="571500" cy="285750"/>
          </a:xfrm>
          <a:prstGeom prst="rect">
            <a:avLst/>
          </a:prstGeom>
          <a:noFill/>
          <a:ln w="0">
            <a:noFill/>
          </a:ln>
        </p:spPr>
        <p:txBody>
          <a:bodyPr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4</a:t>
            </a:r>
          </a:p>
        </p:txBody>
      </p:sp>
    </p:spTree>
    <p:extLst>
      <p:ext uri="{BB962C8B-B14F-4D97-AF65-F5344CB8AC3E}">
        <p14:creationId xmlns:p14="http://schemas.microsoft.com/office/powerpoint/2010/main" val="587978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16" name="muted-gold-border">
            <a:extLst>
              <a:ext uri="{FF2B5EF4-FFF2-40B4-BE49-F238E27FC236}">
                <a16:creationId xmlns:a16="http://schemas.microsoft.com/office/drawing/2014/main" id="{B4E5FC44-821D-4566-8F47-1F1A8C15C012}"/>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EB855A80-C261-4657-8212-27F8096EEF93}"/>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E3700022-B11F-4C43-8371-409B53717006}"/>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DCC06531-864A-460C-8FD3-D811EE3386BD}"/>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4D9951EF-CF9F-4732-9FDF-21A8AC98309E}"/>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3C1BE3FC-5245-4AEB-832E-00493BE8D862}"/>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F55CCF23-85CD-4C18-9E32-6EE9521E3902}"/>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2028E5EA-D591-4F19-8C38-2E5B56675A20}"/>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A99F2E51-2B7D-464B-A112-D44E2DBB18DE}"/>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52E4F5D3-1F04-436A-B2EB-689595C64A06}"/>
              </a:ext>
            </a:extLst>
          </p:cNvPr>
          <p:cNvSpPr>
            <a:spLocks noGrp="1"/>
          </p:cNvSpPr>
          <p:nvPr/>
        </p:nvSpPr>
        <p:spPr>
          <a:xfrm>
            <a:off x="762000" y="609600"/>
            <a:ext cx="10668000"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r>
              <a:rPr sz="3600" b="1">
                <a:solidFill>
                  <a:srgbClr val="202D35"/>
                </a:solidFill>
                <a:latin typeface="Arial"/>
                <a:ea typeface="Arial"/>
                <a:cs typeface="Arial"/>
              </a:rPr>
              <a:t>Two gospel encounters</a:t>
            </a:r>
          </a:p>
        </p:txBody>
      </p:sp>
      <p:sp>
        <p:nvSpPr>
          <p:cNvPr id="11" name="slide-number">
            <a:extLst>
              <a:ext uri="{FF2B5EF4-FFF2-40B4-BE49-F238E27FC236}">
                <a16:creationId xmlns:a16="http://schemas.microsoft.com/office/drawing/2014/main" id="{7A69B44A-3E8F-4E99-8E7D-34B81DA006FD}"/>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5</a:t>
            </a:r>
          </a:p>
        </p:txBody>
      </p:sp>
      <p:sp>
        <p:nvSpPr>
          <p:cNvPr id="12" name="question">
            <a:extLst>
              <a:ext uri="{FF2B5EF4-FFF2-40B4-BE49-F238E27FC236}">
                <a16:creationId xmlns:a16="http://schemas.microsoft.com/office/drawing/2014/main" id="{FE16F77E-40EA-4F18-88B2-FC58B7FFF195}"/>
              </a:ext>
            </a:extLst>
          </p:cNvPr>
          <p:cNvSpPr>
            <a:spLocks noGrp="1"/>
          </p:cNvSpPr>
          <p:nvPr/>
        </p:nvSpPr>
        <p:spPr>
          <a:xfrm>
            <a:off x="762000" y="1495425"/>
            <a:ext cx="10668000" cy="2381250"/>
          </a:xfrm>
          <a:prstGeom prst="rect">
            <a:avLst/>
          </a:prstGeom>
          <a:noFill/>
          <a:ln w="0">
            <a:noFill/>
          </a:ln>
        </p:spPr>
        <p:txBody>
          <a:bodyPr wrap="square" lIns="0" tIns="0" rIns="0" bIns="0">
            <a:noAutofit/>
          </a:bodyPr>
          <a:lstStyle/>
          <a:p>
            <a:pPr>
              <a:defRPr sz="3000" b="0">
                <a:solidFill>
                  <a:srgbClr val="202D35"/>
                </a:solidFill>
                <a:latin typeface="Arial"/>
                <a:ea typeface="Arial"/>
                <a:cs typeface="Arial"/>
              </a:defRPr>
            </a:pPr>
            <a:r>
              <a:rPr sz="3000" b="1">
                <a:solidFill>
                  <a:srgbClr val="202D35"/>
                </a:solidFill>
                <a:latin typeface="Arial"/>
                <a:ea typeface="Arial"/>
                <a:cs typeface="Arial"/>
              </a:rPr>
              <a:t>Q: 1 and 5.</a:t>
            </a:r>
            <a:r>
              <a:rPr sz="3000" b="0">
                <a:solidFill>
                  <a:srgbClr val="202D35"/>
                </a:solidFill>
                <a:latin typeface="Arial"/>
                <a:ea typeface="Arial"/>
                <a:cs typeface="Arial"/>
              </a:rPr>
              <a:t> Compare Philip’s ministry to the Samaritans (Acts 8:4–25) with his encounter with the Ethiopian official (Acts 8:26–40). Who responds, what barriers are crossed, what leads them to believe, and what role do the apostles play?</a:t>
            </a:r>
          </a:p>
        </p:txBody>
      </p:sp>
      <p:sp>
        <p:nvSpPr>
          <p:cNvPr id="13" name="accent-line">
            <a:extLst>
              <a:ext uri="{FF2B5EF4-FFF2-40B4-BE49-F238E27FC236}">
                <a16:creationId xmlns:a16="http://schemas.microsoft.com/office/drawing/2014/main" id="{A6244DD1-BFF6-43DC-BC1B-4296BC3479B6}"/>
              </a:ext>
            </a:extLst>
          </p:cNvPr>
          <p:cNvSpPr>
            <a:spLocks noGrp="1"/>
          </p:cNvSpPr>
          <p:nvPr/>
        </p:nvSpPr>
        <p:spPr>
          <a:xfrm>
            <a:off x="762000" y="4114800"/>
            <a:ext cx="10668000" cy="0"/>
          </a:xfrm>
          <a:prstGeom prst="line">
            <a:avLst/>
          </a:prstGeom>
          <a:noFill/>
          <a:ln w="12383">
            <a:solidFill>
              <a:srgbClr val="A68A4C"/>
            </a:solidFill>
          </a:ln>
        </p:spPr>
        <p:txBody>
          <a:bodyPr/>
          <a:lstStyle/>
          <a:p>
            <a:endParaRPr lang="en-US"/>
          </a:p>
        </p:txBody>
      </p:sp>
      <p:sp>
        <p:nvSpPr>
          <p:cNvPr id="14" name="answer-label">
            <a:extLst>
              <a:ext uri="{FF2B5EF4-FFF2-40B4-BE49-F238E27FC236}">
                <a16:creationId xmlns:a16="http://schemas.microsoft.com/office/drawing/2014/main" id="{1CE911FC-A5EA-4500-B060-37F22D0535F0}"/>
              </a:ext>
            </a:extLst>
          </p:cNvPr>
          <p:cNvSpPr>
            <a:spLocks noGrp="1"/>
          </p:cNvSpPr>
          <p:nvPr/>
        </p:nvSpPr>
        <p:spPr>
          <a:xfrm>
            <a:off x="762000" y="4286250"/>
            <a:ext cx="10668000" cy="552450"/>
          </a:xfrm>
          <a:prstGeom prst="rect">
            <a:avLst/>
          </a:prstGeom>
          <a:noFill/>
          <a:ln w="0">
            <a:noFill/>
          </a:ln>
        </p:spPr>
        <p:txBody>
          <a:bodyPr wrap="square" lIns="0" tIns="0" rIns="0" bIns="0">
            <a:noAutofit/>
          </a:bodyPr>
          <a:lstStyle/>
          <a:p>
            <a:pPr>
              <a:defRPr sz="3000" b="1">
                <a:solidFill>
                  <a:srgbClr val="215D53"/>
                </a:solidFill>
                <a:latin typeface="Arial"/>
                <a:ea typeface="Arial"/>
                <a:cs typeface="Arial"/>
              </a:defRPr>
            </a:pPr>
            <a:r>
              <a:rPr sz="3000" b="1">
                <a:solidFill>
                  <a:srgbClr val="215D53"/>
                </a:solidFill>
                <a:latin typeface="Arial"/>
                <a:ea typeface="Arial"/>
                <a:cs typeface="Arial"/>
              </a:rPr>
              <a:t>Answer:</a:t>
            </a:r>
          </a:p>
        </p:txBody>
      </p:sp>
      <p:sp>
        <p:nvSpPr>
          <p:cNvPr id="15" name="answer-content">
            <a:extLst>
              <a:ext uri="{FF2B5EF4-FFF2-40B4-BE49-F238E27FC236}">
                <a16:creationId xmlns:a16="http://schemas.microsoft.com/office/drawing/2014/main" id="{415C6B4C-F242-4125-B74D-8E5BBDCBF79B}"/>
              </a:ext>
            </a:extLst>
          </p:cNvPr>
          <p:cNvSpPr>
            <a:spLocks noGrp="1"/>
          </p:cNvSpPr>
          <p:nvPr/>
        </p:nvSpPr>
        <p:spPr>
          <a:xfrm>
            <a:off x="762000" y="4857750"/>
            <a:ext cx="10668000" cy="952500"/>
          </a:xfrm>
          <a:prstGeom prst="rect">
            <a:avLst/>
          </a:prstGeom>
          <a:noFill/>
          <a:ln w="0">
            <a:noFill/>
          </a:ln>
        </p:spPr>
        <p:txBody>
          <a:bodyPr wrap="square" lIns="0" tIns="0" rIns="0" bIns="0">
            <a:noAutofit/>
          </a:bodyPr>
          <a:lstStyle/>
          <a:p>
            <a:pPr>
              <a:defRPr sz="3000" b="0">
                <a:solidFill>
                  <a:srgbClr val="215D53"/>
                </a:solidFill>
                <a:latin typeface="Arial"/>
                <a:ea typeface="Arial"/>
                <a:cs typeface="Arial"/>
              </a:defRPr>
            </a:pPr>
            <a:r>
              <a:rPr sz="3000" b="0">
                <a:solidFill>
                  <a:srgbClr val="215D53"/>
                </a:solidFill>
                <a:latin typeface="Arial"/>
                <a:ea typeface="Arial"/>
                <a:cs typeface="Arial"/>
              </a:rPr>
              <a:t>The same good news welcomes very different people.</a:t>
            </a:r>
          </a:p>
        </p:txBody>
      </p:sp>
    </p:spTree>
    <p:extLst>
      <p:ext uri="{BB962C8B-B14F-4D97-AF65-F5344CB8AC3E}">
        <p14:creationId xmlns:p14="http://schemas.microsoft.com/office/powerpoint/2010/main" val="1902450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200" name="comparison-background">
            <a:extLst>
              <a:ext uri="{FF2B5EF4-FFF2-40B4-BE49-F238E27FC236}">
                <a16:creationId xmlns:a16="http://schemas.microsoft.com/office/drawing/2014/main" id="{CC98F579-7C31-418E-AFF5-2BF76ABAE99A}"/>
              </a:ext>
            </a:extLst>
          </p:cNvPr>
          <p:cNvSpPr>
            <a:spLocks noGrp="1"/>
          </p:cNvSpPr>
          <p:nvPr/>
        </p:nvSpPr>
        <p:spPr>
          <a:xfrm>
            <a:off x="685800" y="1600200"/>
            <a:ext cx="10820400" cy="1800225"/>
          </a:xfrm>
          <a:prstGeom prst="rect">
            <a:avLst/>
          </a:prstGeom>
          <a:solidFill>
            <a:srgbClr val="F7F8F3"/>
          </a:solidFill>
          <a:ln w="9525">
            <a:solidFill>
              <a:srgbClr val="BCC9BC"/>
            </a:solidFill>
          </a:ln>
        </p:spPr>
        <p:txBody>
          <a:bodyPr/>
          <a:lstStyle/>
          <a:p>
            <a:endParaRPr lang="en-US"/>
          </a:p>
        </p:txBody>
      </p:sp>
      <p:sp>
        <p:nvSpPr>
          <p:cNvPr id="201" name="comparison-header-band">
            <a:extLst>
              <a:ext uri="{FF2B5EF4-FFF2-40B4-BE49-F238E27FC236}">
                <a16:creationId xmlns:a16="http://schemas.microsoft.com/office/drawing/2014/main" id="{EE593F5E-4BEB-494F-9342-E9EFF3EBFBBA}"/>
              </a:ext>
            </a:extLst>
          </p:cNvPr>
          <p:cNvSpPr>
            <a:spLocks noGrp="1"/>
          </p:cNvSpPr>
          <p:nvPr/>
        </p:nvSpPr>
        <p:spPr>
          <a:xfrm>
            <a:off x="685800" y="1600200"/>
            <a:ext cx="10820400" cy="542925"/>
          </a:xfrm>
          <a:prstGeom prst="rect">
            <a:avLst/>
          </a:prstGeom>
          <a:solidFill>
            <a:srgbClr val="E6EFE8"/>
          </a:solidFill>
          <a:ln w="0">
            <a:noFill/>
          </a:ln>
        </p:spPr>
        <p:txBody>
          <a:bodyPr/>
          <a:lstStyle/>
          <a:p>
            <a:endParaRPr lang="en-US"/>
          </a:p>
        </p:txBody>
      </p:sp>
      <p:sp>
        <p:nvSpPr>
          <p:cNvPr id="202" name="comparison-center-divider">
            <a:extLst>
              <a:ext uri="{FF2B5EF4-FFF2-40B4-BE49-F238E27FC236}">
                <a16:creationId xmlns:a16="http://schemas.microsoft.com/office/drawing/2014/main" id="{64E73EC2-4B32-4941-BB04-596A4000810C}"/>
              </a:ext>
            </a:extLst>
          </p:cNvPr>
          <p:cNvSpPr>
            <a:spLocks noGrp="1"/>
          </p:cNvSpPr>
          <p:nvPr/>
        </p:nvSpPr>
        <p:spPr>
          <a:xfrm>
            <a:off x="6081713" y="1600200"/>
            <a:ext cx="14288" cy="1800225"/>
          </a:xfrm>
          <a:prstGeom prst="rect">
            <a:avLst/>
          </a:prstGeom>
          <a:solidFill>
            <a:srgbClr val="A7BBAF"/>
          </a:solidFill>
          <a:ln w="0">
            <a:noFill/>
          </a:ln>
        </p:spPr>
        <p:txBody>
          <a:bodyPr/>
          <a:lstStyle/>
          <a:p>
            <a:endParaRPr lang="en-US"/>
          </a:p>
        </p:txBody>
      </p:sp>
      <p:sp>
        <p:nvSpPr>
          <p:cNvPr id="203" name="comparison-header-divider">
            <a:extLst>
              <a:ext uri="{FF2B5EF4-FFF2-40B4-BE49-F238E27FC236}">
                <a16:creationId xmlns:a16="http://schemas.microsoft.com/office/drawing/2014/main" id="{FF8C5D5A-9A6D-42E1-B243-F6EDF7A04213}"/>
              </a:ext>
            </a:extLst>
          </p:cNvPr>
          <p:cNvSpPr>
            <a:spLocks noGrp="1"/>
          </p:cNvSpPr>
          <p:nvPr/>
        </p:nvSpPr>
        <p:spPr>
          <a:xfrm>
            <a:off x="685800" y="2133600"/>
            <a:ext cx="10820400" cy="9525"/>
          </a:xfrm>
          <a:prstGeom prst="rect">
            <a:avLst/>
          </a:prstGeom>
          <a:solidFill>
            <a:srgbClr val="A7BBAF"/>
          </a:solidFill>
          <a:ln w="0">
            <a:noFill/>
          </a:ln>
        </p:spPr>
        <p:txBody>
          <a:bodyPr/>
          <a:lstStyle/>
          <a:p>
            <a:endParaRPr lang="en-US"/>
          </a:p>
        </p:txBody>
      </p:sp>
      <p:sp>
        <p:nvSpPr>
          <p:cNvPr id="204" name="discussion-gold-rule">
            <a:extLst>
              <a:ext uri="{FF2B5EF4-FFF2-40B4-BE49-F238E27FC236}">
                <a16:creationId xmlns:a16="http://schemas.microsoft.com/office/drawing/2014/main" id="{3425BD2C-B9C3-482C-A510-3BA5D3941749}"/>
              </a:ext>
            </a:extLst>
          </p:cNvPr>
          <p:cNvSpPr>
            <a:spLocks noGrp="1"/>
          </p:cNvSpPr>
          <p:nvPr/>
        </p:nvSpPr>
        <p:spPr>
          <a:xfrm>
            <a:off x="762000" y="3857625"/>
            <a:ext cx="10668000" cy="14288"/>
          </a:xfrm>
          <a:prstGeom prst="rect">
            <a:avLst/>
          </a:prstGeom>
          <a:solidFill>
            <a:srgbClr val="A68A4C"/>
          </a:solidFill>
          <a:ln w="0">
            <a:noFill/>
          </a:ln>
        </p:spPr>
        <p:txBody>
          <a:bodyPr/>
          <a:lstStyle/>
          <a:p>
            <a:endParaRPr lang="en-US"/>
          </a:p>
        </p:txBody>
      </p:sp>
      <p:sp>
        <p:nvSpPr>
          <p:cNvPr id="16" name="muted-gold-border">
            <a:extLst>
              <a:ext uri="{FF2B5EF4-FFF2-40B4-BE49-F238E27FC236}">
                <a16:creationId xmlns:a16="http://schemas.microsoft.com/office/drawing/2014/main" id="{F34ACA34-5701-4BD3-BD98-55A3C4BAEC22}"/>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650310B5-6A77-492A-B9AB-5748A72A4D98}"/>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436A3776-3417-48B8-8F60-5D395130BF51}"/>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86C11337-17EF-451C-ACC9-1894489F0E7D}"/>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E91FC883-0E9C-4F32-B299-298DAA3DFED4}"/>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3D039E02-1A8F-404F-919B-574489CE4602}"/>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81EAE036-3EBF-4549-800E-CC82D5D2E8FD}"/>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B5D8340C-7830-4216-A877-EC46F46A670D}"/>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2F09FCF9-6947-4391-8B75-8C482632B159}"/>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1" name="slide-number">
            <a:extLst>
              <a:ext uri="{FF2B5EF4-FFF2-40B4-BE49-F238E27FC236}">
                <a16:creationId xmlns:a16="http://schemas.microsoft.com/office/drawing/2014/main" id="{8DC63650-84CD-48A4-8C6F-E27480F357DD}"/>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6</a:t>
            </a:r>
          </a:p>
        </p:txBody>
      </p:sp>
      <p:sp>
        <p:nvSpPr>
          <p:cNvPr id="102" name="title">
            <a:extLst>
              <a:ext uri="{FF2B5EF4-FFF2-40B4-BE49-F238E27FC236}">
                <a16:creationId xmlns:a16="http://schemas.microsoft.com/office/drawing/2014/main" id="{2D730AC6-3641-410F-9780-6244ECF28DA1}"/>
              </a:ext>
            </a:extLst>
          </p:cNvPr>
          <p:cNvSpPr>
            <a:spLocks noGrp="1"/>
          </p:cNvSpPr>
          <p:nvPr/>
        </p:nvSpPr>
        <p:spPr>
          <a:xfrm>
            <a:off x="762000" y="590550"/>
            <a:ext cx="10668000" cy="619125"/>
          </a:xfrm>
          <a:prstGeom prst="rect">
            <a:avLst/>
          </a:prstGeom>
          <a:noFill/>
          <a:ln w="0">
            <a:noFill/>
          </a:ln>
        </p:spPr>
        <p:txBody>
          <a:bodyPr>
            <a:noAutofit/>
          </a:bodyPr>
          <a:lstStyle/>
          <a:p>
            <a:pPr>
              <a:defRPr sz="3600" b="1">
                <a:solidFill>
                  <a:srgbClr val="202D35"/>
                </a:solidFill>
                <a:latin typeface="Arial"/>
                <a:ea typeface="Arial"/>
                <a:cs typeface="Arial"/>
              </a:defRPr>
            </a:pPr>
            <a:r>
              <a:rPr sz="3600" b="1">
                <a:solidFill>
                  <a:srgbClr val="202D35"/>
                </a:solidFill>
                <a:latin typeface="Arial"/>
                <a:ea typeface="Arial"/>
                <a:cs typeface="Arial"/>
              </a:rPr>
              <a:t>Who responds?</a:t>
            </a:r>
          </a:p>
        </p:txBody>
      </p:sp>
      <p:sp>
        <p:nvSpPr>
          <p:cNvPr id="103" name="question-number">
            <a:extLst>
              <a:ext uri="{FF2B5EF4-FFF2-40B4-BE49-F238E27FC236}">
                <a16:creationId xmlns:a16="http://schemas.microsoft.com/office/drawing/2014/main" id="{5D952CE2-1ACD-4BE3-A20C-4F97641FFC67}"/>
              </a:ext>
            </a:extLst>
          </p:cNvPr>
          <p:cNvSpPr>
            <a:spLocks noGrp="1"/>
          </p:cNvSpPr>
          <p:nvPr/>
        </p:nvSpPr>
        <p:spPr>
          <a:xfrm>
            <a:off x="762000" y="1219200"/>
            <a:ext cx="10668000" cy="333375"/>
          </a:xfrm>
          <a:prstGeom prst="rect">
            <a:avLst/>
          </a:prstGeom>
          <a:noFill/>
          <a:ln w="0">
            <a:noFill/>
          </a:ln>
        </p:spPr>
        <p:txBody>
          <a:bodyPr>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Questions 1a and 5a</a:t>
            </a:r>
          </a:p>
        </p:txBody>
      </p:sp>
      <p:sp>
        <p:nvSpPr>
          <p:cNvPr id="104" name="samaria-label">
            <a:extLst>
              <a:ext uri="{FF2B5EF4-FFF2-40B4-BE49-F238E27FC236}">
                <a16:creationId xmlns:a16="http://schemas.microsoft.com/office/drawing/2014/main" id="{031AD63D-2BFB-4505-A630-386CE08FF6B8}"/>
              </a:ext>
            </a:extLst>
          </p:cNvPr>
          <p:cNvSpPr>
            <a:spLocks noGrp="1"/>
          </p:cNvSpPr>
          <p:nvPr/>
        </p:nvSpPr>
        <p:spPr>
          <a:xfrm>
            <a:off x="762000" y="1647825"/>
            <a:ext cx="5048250" cy="43815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Samaria</a:t>
            </a:r>
          </a:p>
        </p:txBody>
      </p:sp>
      <p:sp>
        <p:nvSpPr>
          <p:cNvPr id="105" name="ethiopian-label">
            <a:extLst>
              <a:ext uri="{FF2B5EF4-FFF2-40B4-BE49-F238E27FC236}">
                <a16:creationId xmlns:a16="http://schemas.microsoft.com/office/drawing/2014/main" id="{D559FB1C-D143-48AB-9F88-9B909FBAD570}"/>
              </a:ext>
            </a:extLst>
          </p:cNvPr>
          <p:cNvSpPr>
            <a:spLocks noGrp="1"/>
          </p:cNvSpPr>
          <p:nvPr/>
        </p:nvSpPr>
        <p:spPr>
          <a:xfrm>
            <a:off x="6381750" y="1647825"/>
            <a:ext cx="5048250" cy="43815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Ethiopian official</a:t>
            </a:r>
          </a:p>
        </p:txBody>
      </p:sp>
      <p:sp>
        <p:nvSpPr>
          <p:cNvPr id="106" name="samaria-answer">
            <a:extLst>
              <a:ext uri="{FF2B5EF4-FFF2-40B4-BE49-F238E27FC236}">
                <a16:creationId xmlns:a16="http://schemas.microsoft.com/office/drawing/2014/main" id="{EC586798-503D-43EA-9412-73AB29CA85F2}"/>
              </a:ext>
            </a:extLst>
          </p:cNvPr>
          <p:cNvSpPr>
            <a:spLocks noGrp="1"/>
          </p:cNvSpPr>
          <p:nvPr/>
        </p:nvSpPr>
        <p:spPr>
          <a:xfrm>
            <a:off x="762000" y="2152650"/>
            <a:ext cx="5048250" cy="1152525"/>
          </a:xfrm>
          <a:prstGeom prst="rect">
            <a:avLst/>
          </a:prstGeom>
          <a:noFill/>
          <a:ln w="0">
            <a:noFill/>
          </a:ln>
        </p:spPr>
        <p:txBody>
          <a:bodyPr>
            <a:noAutofit/>
          </a:bodyPr>
          <a:lstStyle/>
          <a:p>
            <a:pPr>
              <a:defRPr sz="2550" b="0">
                <a:solidFill>
                  <a:srgbClr val="202D35"/>
                </a:solidFill>
                <a:latin typeface="Arial"/>
                <a:ea typeface="Arial"/>
                <a:cs typeface="Arial"/>
              </a:defRPr>
            </a:pPr>
            <a:r>
              <a:rPr sz="2550" b="0">
                <a:solidFill>
                  <a:srgbClr val="202D35"/>
                </a:solidFill>
                <a:latin typeface="Arial"/>
                <a:ea typeface="Arial"/>
                <a:cs typeface="Arial"/>
              </a:rPr>
              <a:t>Men and women, including Simon.</a:t>
            </a:r>
          </a:p>
        </p:txBody>
      </p:sp>
      <p:sp>
        <p:nvSpPr>
          <p:cNvPr id="107" name="ethiopian-answer">
            <a:extLst>
              <a:ext uri="{FF2B5EF4-FFF2-40B4-BE49-F238E27FC236}">
                <a16:creationId xmlns:a16="http://schemas.microsoft.com/office/drawing/2014/main" id="{82C41425-8FBB-4096-9314-B21056D48BE6}"/>
              </a:ext>
            </a:extLst>
          </p:cNvPr>
          <p:cNvSpPr>
            <a:spLocks noGrp="1"/>
          </p:cNvSpPr>
          <p:nvPr/>
        </p:nvSpPr>
        <p:spPr>
          <a:xfrm>
            <a:off x="6381750" y="2152650"/>
            <a:ext cx="5048250" cy="1152525"/>
          </a:xfrm>
          <a:prstGeom prst="rect">
            <a:avLst/>
          </a:prstGeom>
          <a:noFill/>
          <a:ln w="0">
            <a:noFill/>
          </a:ln>
        </p:spPr>
        <p:txBody>
          <a:bodyPr>
            <a:noAutofit/>
          </a:bodyPr>
          <a:lstStyle/>
          <a:p>
            <a:pPr>
              <a:defRPr sz="2550" b="0">
                <a:solidFill>
                  <a:srgbClr val="202D35"/>
                </a:solidFill>
                <a:latin typeface="Arial"/>
                <a:ea typeface="Arial"/>
                <a:cs typeface="Arial"/>
              </a:defRPr>
            </a:pPr>
            <a:r>
              <a:rPr sz="2550" b="0">
                <a:solidFill>
                  <a:srgbClr val="202D35"/>
                </a:solidFill>
                <a:latin typeface="Arial"/>
                <a:ea typeface="Arial"/>
                <a:cs typeface="Arial"/>
              </a:rPr>
              <a:t>A eunuch who managed the queen’s treasury.</a:t>
            </a:r>
          </a:p>
        </p:txBody>
      </p:sp>
      <p:sp>
        <p:nvSpPr>
          <p:cNvPr id="108" name="discussion-label">
            <a:extLst>
              <a:ext uri="{FF2B5EF4-FFF2-40B4-BE49-F238E27FC236}">
                <a16:creationId xmlns:a16="http://schemas.microsoft.com/office/drawing/2014/main" id="{EA6FABCF-F9FF-47D8-AC55-629F2876658C}"/>
              </a:ext>
            </a:extLst>
          </p:cNvPr>
          <p:cNvSpPr>
            <a:spLocks noGrp="1"/>
          </p:cNvSpPr>
          <p:nvPr/>
        </p:nvSpPr>
        <p:spPr>
          <a:xfrm>
            <a:off x="762000" y="3400425"/>
            <a:ext cx="10668000" cy="409575"/>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Discussion</a:t>
            </a:r>
          </a:p>
        </p:txBody>
      </p:sp>
      <p:sp>
        <p:nvSpPr>
          <p:cNvPr id="109" name="discussion-1">
            <a:extLst>
              <a:ext uri="{FF2B5EF4-FFF2-40B4-BE49-F238E27FC236}">
                <a16:creationId xmlns:a16="http://schemas.microsoft.com/office/drawing/2014/main" id="{670847C4-61E6-44B2-A6CC-AFB52A0C57A7}"/>
              </a:ext>
            </a:extLst>
          </p:cNvPr>
          <p:cNvSpPr>
            <a:spLocks noGrp="1"/>
          </p:cNvSpPr>
          <p:nvPr/>
        </p:nvSpPr>
        <p:spPr>
          <a:xfrm>
            <a:off x="777039" y="4371975"/>
            <a:ext cx="10668000" cy="547688"/>
          </a:xfrm>
          <a:prstGeom prst="rect">
            <a:avLst/>
          </a:prstGeom>
          <a:noFill/>
          <a:ln w="0">
            <a:noFill/>
          </a:ln>
        </p:spPr>
        <p:txBody>
          <a:bodyPr>
            <a:noAutofit/>
          </a:bodyPr>
          <a:lstStyle/>
          <a:p>
            <a:pPr>
              <a:defRPr sz="2400" b="0">
                <a:solidFill>
                  <a:srgbClr val="202D35"/>
                </a:solidFill>
                <a:latin typeface="Arial"/>
                <a:ea typeface="Arial"/>
                <a:cs typeface="Arial"/>
              </a:defRPr>
            </a:pPr>
            <a:r>
              <a:rPr sz="2400" b="0" dirty="0">
                <a:solidFill>
                  <a:srgbClr val="202D35"/>
                </a:solidFill>
                <a:latin typeface="Arial"/>
                <a:ea typeface="Arial"/>
                <a:cs typeface="Arial"/>
              </a:rPr>
              <a:t>What </a:t>
            </a:r>
            <a:r>
              <a:rPr lang="en-US" sz="2400" dirty="0">
                <a:solidFill>
                  <a:srgbClr val="202D35"/>
                </a:solidFill>
                <a:latin typeface="Arial"/>
                <a:ea typeface="Arial"/>
                <a:cs typeface="Arial"/>
              </a:rPr>
              <a:t>point was Luke trying to make with these two examples</a:t>
            </a:r>
            <a:r>
              <a:rPr sz="2400" b="0" dirty="0">
                <a:solidFill>
                  <a:srgbClr val="202D35"/>
                </a:solidFill>
                <a:latin typeface="Arial"/>
                <a:ea typeface="Arial"/>
                <a:cs typeface="Arial"/>
              </a:rPr>
              <a:t>?</a:t>
            </a:r>
          </a:p>
        </p:txBody>
      </p:sp>
      <p:sp>
        <p:nvSpPr>
          <p:cNvPr id="110" name="discussion-2">
            <a:extLst>
              <a:ext uri="{FF2B5EF4-FFF2-40B4-BE49-F238E27FC236}">
                <a16:creationId xmlns:a16="http://schemas.microsoft.com/office/drawing/2014/main" id="{142F9D17-0DD6-4D68-B5F7-AE3B980F52F8}"/>
              </a:ext>
            </a:extLst>
          </p:cNvPr>
          <p:cNvSpPr>
            <a:spLocks noGrp="1"/>
          </p:cNvSpPr>
          <p:nvPr/>
        </p:nvSpPr>
        <p:spPr>
          <a:xfrm>
            <a:off x="762000" y="4667250"/>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endParaRPr sz="2400" b="0" dirty="0">
              <a:solidFill>
                <a:srgbClr val="202D35"/>
              </a:solidFill>
              <a:latin typeface="Arial"/>
              <a:ea typeface="Arial"/>
              <a:cs typeface="Arial"/>
            </a:endParaRPr>
          </a:p>
        </p:txBody>
      </p:sp>
      <p:sp>
        <p:nvSpPr>
          <p:cNvPr id="111" name="discussion-3">
            <a:extLst>
              <a:ext uri="{FF2B5EF4-FFF2-40B4-BE49-F238E27FC236}">
                <a16:creationId xmlns:a16="http://schemas.microsoft.com/office/drawing/2014/main" id="{2C986F59-49F3-4E23-AEA4-2E0D9C1F9428}"/>
              </a:ext>
            </a:extLst>
          </p:cNvPr>
          <p:cNvSpPr>
            <a:spLocks noGrp="1"/>
          </p:cNvSpPr>
          <p:nvPr/>
        </p:nvSpPr>
        <p:spPr>
          <a:xfrm>
            <a:off x="762000" y="5429250"/>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endParaRPr sz="2400" b="0" dirty="0">
              <a:solidFill>
                <a:srgbClr val="202D35"/>
              </a:solidFill>
              <a:latin typeface="Arial"/>
              <a:ea typeface="Arial"/>
              <a:cs typeface="Arial"/>
            </a:endParaRPr>
          </a:p>
        </p:txBody>
      </p:sp>
    </p:spTree>
    <p:extLst>
      <p:ext uri="{BB962C8B-B14F-4D97-AF65-F5344CB8AC3E}">
        <p14:creationId xmlns:p14="http://schemas.microsoft.com/office/powerpoint/2010/main" val="156621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200" name="comparison-background">
            <a:extLst>
              <a:ext uri="{FF2B5EF4-FFF2-40B4-BE49-F238E27FC236}">
                <a16:creationId xmlns:a16="http://schemas.microsoft.com/office/drawing/2014/main" id="{CC98F579-7C31-418E-AFF5-2BF76ABAE99A}"/>
              </a:ext>
            </a:extLst>
          </p:cNvPr>
          <p:cNvSpPr>
            <a:spLocks noGrp="1"/>
          </p:cNvSpPr>
          <p:nvPr/>
        </p:nvSpPr>
        <p:spPr>
          <a:xfrm>
            <a:off x="685800" y="1600200"/>
            <a:ext cx="10820400" cy="1800225"/>
          </a:xfrm>
          <a:prstGeom prst="rect">
            <a:avLst/>
          </a:prstGeom>
          <a:solidFill>
            <a:srgbClr val="F7F8F3"/>
          </a:solidFill>
          <a:ln w="9525">
            <a:solidFill>
              <a:srgbClr val="BCC9BC"/>
            </a:solidFill>
          </a:ln>
        </p:spPr>
        <p:txBody>
          <a:bodyPr/>
          <a:lstStyle/>
          <a:p>
            <a:endParaRPr lang="en-US"/>
          </a:p>
        </p:txBody>
      </p:sp>
      <p:sp>
        <p:nvSpPr>
          <p:cNvPr id="201" name="comparison-header-band">
            <a:extLst>
              <a:ext uri="{FF2B5EF4-FFF2-40B4-BE49-F238E27FC236}">
                <a16:creationId xmlns:a16="http://schemas.microsoft.com/office/drawing/2014/main" id="{EE593F5E-4BEB-494F-9342-E9EFF3EBFBBA}"/>
              </a:ext>
            </a:extLst>
          </p:cNvPr>
          <p:cNvSpPr>
            <a:spLocks noGrp="1"/>
          </p:cNvSpPr>
          <p:nvPr/>
        </p:nvSpPr>
        <p:spPr>
          <a:xfrm>
            <a:off x="685800" y="1600200"/>
            <a:ext cx="10820400" cy="542925"/>
          </a:xfrm>
          <a:prstGeom prst="rect">
            <a:avLst/>
          </a:prstGeom>
          <a:solidFill>
            <a:srgbClr val="E6EFE8"/>
          </a:solidFill>
          <a:ln w="0">
            <a:noFill/>
          </a:ln>
        </p:spPr>
        <p:txBody>
          <a:bodyPr/>
          <a:lstStyle/>
          <a:p>
            <a:endParaRPr lang="en-US"/>
          </a:p>
        </p:txBody>
      </p:sp>
      <p:sp>
        <p:nvSpPr>
          <p:cNvPr id="202" name="comparison-center-divider">
            <a:extLst>
              <a:ext uri="{FF2B5EF4-FFF2-40B4-BE49-F238E27FC236}">
                <a16:creationId xmlns:a16="http://schemas.microsoft.com/office/drawing/2014/main" id="{64E73EC2-4B32-4941-BB04-596A4000810C}"/>
              </a:ext>
            </a:extLst>
          </p:cNvPr>
          <p:cNvSpPr>
            <a:spLocks noGrp="1"/>
          </p:cNvSpPr>
          <p:nvPr/>
        </p:nvSpPr>
        <p:spPr>
          <a:xfrm>
            <a:off x="6081713" y="1600200"/>
            <a:ext cx="14288" cy="1800225"/>
          </a:xfrm>
          <a:prstGeom prst="rect">
            <a:avLst/>
          </a:prstGeom>
          <a:solidFill>
            <a:srgbClr val="A7BBAF"/>
          </a:solidFill>
          <a:ln w="0">
            <a:noFill/>
          </a:ln>
        </p:spPr>
        <p:txBody>
          <a:bodyPr/>
          <a:lstStyle/>
          <a:p>
            <a:endParaRPr lang="en-US"/>
          </a:p>
        </p:txBody>
      </p:sp>
      <p:sp>
        <p:nvSpPr>
          <p:cNvPr id="203" name="comparison-header-divider">
            <a:extLst>
              <a:ext uri="{FF2B5EF4-FFF2-40B4-BE49-F238E27FC236}">
                <a16:creationId xmlns:a16="http://schemas.microsoft.com/office/drawing/2014/main" id="{FF8C5D5A-9A6D-42E1-B243-F6EDF7A04213}"/>
              </a:ext>
            </a:extLst>
          </p:cNvPr>
          <p:cNvSpPr>
            <a:spLocks noGrp="1"/>
          </p:cNvSpPr>
          <p:nvPr/>
        </p:nvSpPr>
        <p:spPr>
          <a:xfrm>
            <a:off x="685800" y="2133600"/>
            <a:ext cx="10820400" cy="9525"/>
          </a:xfrm>
          <a:prstGeom prst="rect">
            <a:avLst/>
          </a:prstGeom>
          <a:solidFill>
            <a:srgbClr val="A7BBAF"/>
          </a:solidFill>
          <a:ln w="0">
            <a:noFill/>
          </a:ln>
        </p:spPr>
        <p:txBody>
          <a:bodyPr/>
          <a:lstStyle/>
          <a:p>
            <a:endParaRPr lang="en-US"/>
          </a:p>
        </p:txBody>
      </p:sp>
      <p:sp>
        <p:nvSpPr>
          <p:cNvPr id="204" name="discussion-gold-rule">
            <a:extLst>
              <a:ext uri="{FF2B5EF4-FFF2-40B4-BE49-F238E27FC236}">
                <a16:creationId xmlns:a16="http://schemas.microsoft.com/office/drawing/2014/main" id="{3425BD2C-B9C3-482C-A510-3BA5D3941749}"/>
              </a:ext>
            </a:extLst>
          </p:cNvPr>
          <p:cNvSpPr>
            <a:spLocks noGrp="1"/>
          </p:cNvSpPr>
          <p:nvPr/>
        </p:nvSpPr>
        <p:spPr>
          <a:xfrm>
            <a:off x="762000" y="3857625"/>
            <a:ext cx="10668000" cy="14288"/>
          </a:xfrm>
          <a:prstGeom prst="rect">
            <a:avLst/>
          </a:prstGeom>
          <a:solidFill>
            <a:srgbClr val="A68A4C"/>
          </a:solidFill>
          <a:ln w="0">
            <a:noFill/>
          </a:ln>
        </p:spPr>
        <p:txBody>
          <a:bodyPr/>
          <a:lstStyle/>
          <a:p>
            <a:endParaRPr lang="en-US"/>
          </a:p>
        </p:txBody>
      </p:sp>
      <p:sp>
        <p:nvSpPr>
          <p:cNvPr id="16" name="muted-gold-border">
            <a:extLst>
              <a:ext uri="{FF2B5EF4-FFF2-40B4-BE49-F238E27FC236}">
                <a16:creationId xmlns:a16="http://schemas.microsoft.com/office/drawing/2014/main" id="{41A03656-2584-48F9-B477-DF83536CC99D}"/>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C13DC723-7920-4180-A171-AD535EF2944C}"/>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C4D4C838-3861-4F72-81A9-F5C3A1FA8268}"/>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C3A5E5B0-57DB-48E8-8853-B2B99D48DE65}"/>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D3F99FE5-D8A5-49ED-9149-F9B2E024B3A1}"/>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A4F3CF98-3461-417D-AC33-7C20869198A4}"/>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7F74D256-D633-4AB5-A696-965278235943}"/>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8B172E2C-45E2-46E5-AEE1-CFFA18018954}"/>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1D7056E9-F363-4C82-88E0-B92E8745DFE0}"/>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1" name="slide-number">
            <a:extLst>
              <a:ext uri="{FF2B5EF4-FFF2-40B4-BE49-F238E27FC236}">
                <a16:creationId xmlns:a16="http://schemas.microsoft.com/office/drawing/2014/main" id="{2CBF359F-8626-46E7-8E2C-B962FE9688A8}"/>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7</a:t>
            </a:r>
          </a:p>
        </p:txBody>
      </p:sp>
      <p:sp>
        <p:nvSpPr>
          <p:cNvPr id="102" name="title">
            <a:extLst>
              <a:ext uri="{FF2B5EF4-FFF2-40B4-BE49-F238E27FC236}">
                <a16:creationId xmlns:a16="http://schemas.microsoft.com/office/drawing/2014/main" id="{67F0E344-95FD-42C7-A7A1-9BBE1CB707D5}"/>
              </a:ext>
            </a:extLst>
          </p:cNvPr>
          <p:cNvSpPr>
            <a:spLocks noGrp="1"/>
          </p:cNvSpPr>
          <p:nvPr/>
        </p:nvSpPr>
        <p:spPr>
          <a:xfrm>
            <a:off x="762000" y="590550"/>
            <a:ext cx="10668000" cy="619125"/>
          </a:xfrm>
          <a:prstGeom prst="rect">
            <a:avLst/>
          </a:prstGeom>
          <a:noFill/>
          <a:ln w="0">
            <a:noFill/>
          </a:ln>
        </p:spPr>
        <p:txBody>
          <a:bodyPr>
            <a:noAutofit/>
          </a:bodyPr>
          <a:lstStyle/>
          <a:p>
            <a:pPr>
              <a:defRPr sz="3600" b="1">
                <a:solidFill>
                  <a:srgbClr val="202D35"/>
                </a:solidFill>
                <a:latin typeface="Arial"/>
                <a:ea typeface="Arial"/>
                <a:cs typeface="Arial"/>
              </a:defRPr>
            </a:pPr>
            <a:r>
              <a:rPr sz="3600" b="1">
                <a:solidFill>
                  <a:srgbClr val="202D35"/>
                </a:solidFill>
                <a:latin typeface="Arial"/>
                <a:ea typeface="Arial"/>
                <a:cs typeface="Arial"/>
              </a:rPr>
              <a:t>What barriers are crossed?</a:t>
            </a:r>
          </a:p>
        </p:txBody>
      </p:sp>
      <p:sp>
        <p:nvSpPr>
          <p:cNvPr id="103" name="question-number">
            <a:extLst>
              <a:ext uri="{FF2B5EF4-FFF2-40B4-BE49-F238E27FC236}">
                <a16:creationId xmlns:a16="http://schemas.microsoft.com/office/drawing/2014/main" id="{1506418B-95B2-45B1-9FAE-482844AF19A7}"/>
              </a:ext>
            </a:extLst>
          </p:cNvPr>
          <p:cNvSpPr>
            <a:spLocks noGrp="1"/>
          </p:cNvSpPr>
          <p:nvPr/>
        </p:nvSpPr>
        <p:spPr>
          <a:xfrm>
            <a:off x="762000" y="1219200"/>
            <a:ext cx="10668000" cy="333375"/>
          </a:xfrm>
          <a:prstGeom prst="rect">
            <a:avLst/>
          </a:prstGeom>
          <a:noFill/>
          <a:ln w="0">
            <a:noFill/>
          </a:ln>
        </p:spPr>
        <p:txBody>
          <a:bodyPr>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Questions 1b and 5b</a:t>
            </a:r>
          </a:p>
        </p:txBody>
      </p:sp>
      <p:sp>
        <p:nvSpPr>
          <p:cNvPr id="104" name="samaria-label">
            <a:extLst>
              <a:ext uri="{FF2B5EF4-FFF2-40B4-BE49-F238E27FC236}">
                <a16:creationId xmlns:a16="http://schemas.microsoft.com/office/drawing/2014/main" id="{1599865C-29A9-4FFA-A0F1-3483DC335918}"/>
              </a:ext>
            </a:extLst>
          </p:cNvPr>
          <p:cNvSpPr>
            <a:spLocks noGrp="1"/>
          </p:cNvSpPr>
          <p:nvPr/>
        </p:nvSpPr>
        <p:spPr>
          <a:xfrm>
            <a:off x="762000" y="1647825"/>
            <a:ext cx="5048250" cy="43815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Samaria</a:t>
            </a:r>
          </a:p>
        </p:txBody>
      </p:sp>
      <p:sp>
        <p:nvSpPr>
          <p:cNvPr id="105" name="ethiopian-label">
            <a:extLst>
              <a:ext uri="{FF2B5EF4-FFF2-40B4-BE49-F238E27FC236}">
                <a16:creationId xmlns:a16="http://schemas.microsoft.com/office/drawing/2014/main" id="{E9543BB3-6123-4B1C-BB67-51538DF39DDA}"/>
              </a:ext>
            </a:extLst>
          </p:cNvPr>
          <p:cNvSpPr>
            <a:spLocks noGrp="1"/>
          </p:cNvSpPr>
          <p:nvPr/>
        </p:nvSpPr>
        <p:spPr>
          <a:xfrm>
            <a:off x="6381750" y="1647825"/>
            <a:ext cx="5048250" cy="43815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Ethiopian official</a:t>
            </a:r>
          </a:p>
        </p:txBody>
      </p:sp>
      <p:sp>
        <p:nvSpPr>
          <p:cNvPr id="106" name="samaria-answer">
            <a:extLst>
              <a:ext uri="{FF2B5EF4-FFF2-40B4-BE49-F238E27FC236}">
                <a16:creationId xmlns:a16="http://schemas.microsoft.com/office/drawing/2014/main" id="{11E89AB5-7940-4860-A83C-9EFDF88E9B59}"/>
              </a:ext>
            </a:extLst>
          </p:cNvPr>
          <p:cNvSpPr>
            <a:spLocks noGrp="1"/>
          </p:cNvSpPr>
          <p:nvPr/>
        </p:nvSpPr>
        <p:spPr>
          <a:xfrm>
            <a:off x="762000" y="2152650"/>
            <a:ext cx="5048250" cy="1152525"/>
          </a:xfrm>
          <a:prstGeom prst="rect">
            <a:avLst/>
          </a:prstGeom>
          <a:noFill/>
          <a:ln w="0">
            <a:noFill/>
          </a:ln>
        </p:spPr>
        <p:txBody>
          <a:bodyPr>
            <a:noAutofit/>
          </a:bodyPr>
          <a:lstStyle/>
          <a:p>
            <a:pPr>
              <a:defRPr sz="2550" b="0">
                <a:solidFill>
                  <a:srgbClr val="202D35"/>
                </a:solidFill>
                <a:latin typeface="Arial"/>
                <a:ea typeface="Arial"/>
                <a:cs typeface="Arial"/>
              </a:defRPr>
            </a:pPr>
            <a:r>
              <a:rPr sz="2550" b="0">
                <a:solidFill>
                  <a:srgbClr val="202D35"/>
                </a:solidFill>
                <a:latin typeface="Arial"/>
                <a:ea typeface="Arial"/>
                <a:cs typeface="Arial"/>
              </a:rPr>
              <a:t>Longstanding religious and social hostility with Jews.</a:t>
            </a:r>
          </a:p>
        </p:txBody>
      </p:sp>
      <p:sp>
        <p:nvSpPr>
          <p:cNvPr id="107" name="ethiopian-answer">
            <a:extLst>
              <a:ext uri="{FF2B5EF4-FFF2-40B4-BE49-F238E27FC236}">
                <a16:creationId xmlns:a16="http://schemas.microsoft.com/office/drawing/2014/main" id="{E42203FC-0228-468C-9F4C-DAB7D90BDB19}"/>
              </a:ext>
            </a:extLst>
          </p:cNvPr>
          <p:cNvSpPr>
            <a:spLocks noGrp="1"/>
          </p:cNvSpPr>
          <p:nvPr/>
        </p:nvSpPr>
        <p:spPr>
          <a:xfrm>
            <a:off x="6381750" y="2152650"/>
            <a:ext cx="5048250" cy="1152525"/>
          </a:xfrm>
          <a:prstGeom prst="rect">
            <a:avLst/>
          </a:prstGeom>
          <a:noFill/>
          <a:ln w="0">
            <a:noFill/>
          </a:ln>
        </p:spPr>
        <p:txBody>
          <a:bodyPr>
            <a:noAutofit/>
          </a:bodyPr>
          <a:lstStyle/>
          <a:p>
            <a:pPr>
              <a:defRPr sz="2550" b="0">
                <a:solidFill>
                  <a:srgbClr val="202D35"/>
                </a:solidFill>
                <a:latin typeface="Arial"/>
                <a:ea typeface="Arial"/>
                <a:cs typeface="Arial"/>
              </a:defRPr>
            </a:pPr>
            <a:r>
              <a:rPr sz="2550" b="0" dirty="0">
                <a:solidFill>
                  <a:srgbClr val="202D35"/>
                </a:solidFill>
                <a:latin typeface="Arial"/>
                <a:ea typeface="Arial"/>
                <a:cs typeface="Arial"/>
              </a:rPr>
              <a:t>Assembly restriction (Deut. 23:1). His prior religious status is unclear.</a:t>
            </a:r>
            <a:r>
              <a:rPr lang="en-US" sz="2550" dirty="0">
                <a:solidFill>
                  <a:srgbClr val="202D35"/>
                </a:solidFill>
                <a:latin typeface="Arial"/>
                <a:ea typeface="Arial"/>
                <a:cs typeface="Arial"/>
              </a:rPr>
              <a:t> </a:t>
            </a:r>
            <a:endParaRPr sz="2550" b="0" dirty="0">
              <a:solidFill>
                <a:srgbClr val="202D35"/>
              </a:solidFill>
              <a:latin typeface="Arial"/>
              <a:ea typeface="Arial"/>
              <a:cs typeface="Arial"/>
            </a:endParaRPr>
          </a:p>
        </p:txBody>
      </p:sp>
      <p:sp>
        <p:nvSpPr>
          <p:cNvPr id="108" name="discussion-label">
            <a:extLst>
              <a:ext uri="{FF2B5EF4-FFF2-40B4-BE49-F238E27FC236}">
                <a16:creationId xmlns:a16="http://schemas.microsoft.com/office/drawing/2014/main" id="{6D6CA6F5-E4A0-4EAB-9765-C70166D12C2C}"/>
              </a:ext>
            </a:extLst>
          </p:cNvPr>
          <p:cNvSpPr>
            <a:spLocks noGrp="1"/>
          </p:cNvSpPr>
          <p:nvPr/>
        </p:nvSpPr>
        <p:spPr>
          <a:xfrm>
            <a:off x="762000" y="3400425"/>
            <a:ext cx="10668000" cy="409575"/>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Discussion</a:t>
            </a:r>
          </a:p>
        </p:txBody>
      </p:sp>
      <p:sp>
        <p:nvSpPr>
          <p:cNvPr id="109" name="discussion-1">
            <a:extLst>
              <a:ext uri="{FF2B5EF4-FFF2-40B4-BE49-F238E27FC236}">
                <a16:creationId xmlns:a16="http://schemas.microsoft.com/office/drawing/2014/main" id="{51FBADAB-EA8A-4729-A002-04388FF9EB86}"/>
              </a:ext>
            </a:extLst>
          </p:cNvPr>
          <p:cNvSpPr>
            <a:spLocks noGrp="1"/>
          </p:cNvSpPr>
          <p:nvPr/>
        </p:nvSpPr>
        <p:spPr>
          <a:xfrm>
            <a:off x="800100" y="4741149"/>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r>
              <a:rPr lang="en-US" sz="2400" dirty="0">
                <a:solidFill>
                  <a:srgbClr val="202D35"/>
                </a:solidFill>
                <a:latin typeface="Arial"/>
                <a:ea typeface="Arial"/>
                <a:cs typeface="Arial"/>
              </a:rPr>
              <a:t>2</a:t>
            </a:r>
            <a:r>
              <a:rPr sz="2400" b="0" dirty="0">
                <a:solidFill>
                  <a:srgbClr val="202D35"/>
                </a:solidFill>
                <a:latin typeface="Arial"/>
                <a:ea typeface="Arial"/>
                <a:cs typeface="Arial"/>
              </a:rPr>
              <a:t>. </a:t>
            </a:r>
            <a:r>
              <a:rPr lang="en-US" sz="2400" b="0" dirty="0">
                <a:solidFill>
                  <a:srgbClr val="202D35"/>
                </a:solidFill>
                <a:latin typeface="Arial"/>
                <a:ea typeface="Arial"/>
                <a:cs typeface="Arial"/>
              </a:rPr>
              <a:t>Are there similar</a:t>
            </a:r>
            <a:r>
              <a:rPr sz="2400" b="0" dirty="0">
                <a:solidFill>
                  <a:srgbClr val="202D35"/>
                </a:solidFill>
                <a:latin typeface="Arial"/>
                <a:ea typeface="Arial"/>
                <a:cs typeface="Arial"/>
              </a:rPr>
              <a:t> barriers today that prevent</a:t>
            </a:r>
            <a:r>
              <a:rPr lang="en-US" sz="2400" b="0" dirty="0">
                <a:solidFill>
                  <a:srgbClr val="202D35"/>
                </a:solidFill>
                <a:latin typeface="Arial"/>
                <a:ea typeface="Arial"/>
                <a:cs typeface="Arial"/>
              </a:rPr>
              <a:t> the gospel from being spread</a:t>
            </a:r>
            <a:r>
              <a:rPr sz="2400" b="0" dirty="0">
                <a:solidFill>
                  <a:srgbClr val="202D35"/>
                </a:solidFill>
                <a:latin typeface="Arial"/>
                <a:ea typeface="Arial"/>
                <a:cs typeface="Arial"/>
              </a:rPr>
              <a:t>?</a:t>
            </a:r>
          </a:p>
        </p:txBody>
      </p:sp>
      <p:sp>
        <p:nvSpPr>
          <p:cNvPr id="110" name="discussion-2">
            <a:extLst>
              <a:ext uri="{FF2B5EF4-FFF2-40B4-BE49-F238E27FC236}">
                <a16:creationId xmlns:a16="http://schemas.microsoft.com/office/drawing/2014/main" id="{4EA16F27-BBCC-4CA2-BFD4-BC2CF8C3348E}"/>
              </a:ext>
            </a:extLst>
          </p:cNvPr>
          <p:cNvSpPr>
            <a:spLocks noGrp="1"/>
          </p:cNvSpPr>
          <p:nvPr/>
        </p:nvSpPr>
        <p:spPr>
          <a:xfrm>
            <a:off x="838200" y="4708747"/>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r>
              <a:rPr sz="2400" b="0" dirty="0">
                <a:solidFill>
                  <a:srgbClr val="202D35"/>
                </a:solidFill>
                <a:latin typeface="Arial"/>
                <a:ea typeface="Arial"/>
                <a:cs typeface="Arial"/>
              </a:rPr>
              <a:t> </a:t>
            </a:r>
          </a:p>
        </p:txBody>
      </p:sp>
      <p:sp>
        <p:nvSpPr>
          <p:cNvPr id="111" name="discussion-3">
            <a:extLst>
              <a:ext uri="{FF2B5EF4-FFF2-40B4-BE49-F238E27FC236}">
                <a16:creationId xmlns:a16="http://schemas.microsoft.com/office/drawing/2014/main" id="{FD707EFA-AB78-4E57-927A-850559BE9A93}"/>
              </a:ext>
            </a:extLst>
          </p:cNvPr>
          <p:cNvSpPr>
            <a:spLocks noGrp="1"/>
          </p:cNvSpPr>
          <p:nvPr/>
        </p:nvSpPr>
        <p:spPr>
          <a:xfrm>
            <a:off x="762000" y="5429250"/>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endParaRPr sz="2400" b="0" dirty="0">
              <a:solidFill>
                <a:srgbClr val="202D35"/>
              </a:solidFill>
              <a:latin typeface="Arial"/>
              <a:ea typeface="Arial"/>
              <a:cs typeface="Arial"/>
            </a:endParaRPr>
          </a:p>
        </p:txBody>
      </p:sp>
      <p:sp>
        <p:nvSpPr>
          <p:cNvPr id="10" name="TextBox 9">
            <a:extLst>
              <a:ext uri="{FF2B5EF4-FFF2-40B4-BE49-F238E27FC236}">
                <a16:creationId xmlns:a16="http://schemas.microsoft.com/office/drawing/2014/main" id="{1057CD6B-0517-BB66-A86E-61FE03770ACD}"/>
              </a:ext>
            </a:extLst>
          </p:cNvPr>
          <p:cNvSpPr txBox="1"/>
          <p:nvPr/>
        </p:nvSpPr>
        <p:spPr>
          <a:xfrm>
            <a:off x="838200" y="4166266"/>
            <a:ext cx="6822702"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1. What message was Luke trying to get across?</a:t>
            </a:r>
          </a:p>
        </p:txBody>
      </p:sp>
    </p:spTree>
    <p:extLst>
      <p:ext uri="{BB962C8B-B14F-4D97-AF65-F5344CB8AC3E}">
        <p14:creationId xmlns:p14="http://schemas.microsoft.com/office/powerpoint/2010/main" val="784643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200" name="comparison-background">
            <a:extLst>
              <a:ext uri="{FF2B5EF4-FFF2-40B4-BE49-F238E27FC236}">
                <a16:creationId xmlns:a16="http://schemas.microsoft.com/office/drawing/2014/main" id="{CC98F579-7C31-418E-AFF5-2BF76ABAE99A}"/>
              </a:ext>
            </a:extLst>
          </p:cNvPr>
          <p:cNvSpPr>
            <a:spLocks noGrp="1"/>
          </p:cNvSpPr>
          <p:nvPr/>
        </p:nvSpPr>
        <p:spPr>
          <a:xfrm>
            <a:off x="685799" y="1576012"/>
            <a:ext cx="10806113" cy="1600951"/>
          </a:xfrm>
          <a:prstGeom prst="rect">
            <a:avLst/>
          </a:prstGeom>
          <a:solidFill>
            <a:srgbClr val="F7F8F3"/>
          </a:solidFill>
          <a:ln w="9525">
            <a:solidFill>
              <a:srgbClr val="BCC9BC"/>
            </a:solidFill>
          </a:ln>
        </p:spPr>
        <p:txBody>
          <a:bodyPr/>
          <a:lstStyle/>
          <a:p>
            <a:endParaRPr lang="en-US"/>
          </a:p>
        </p:txBody>
      </p:sp>
      <p:sp>
        <p:nvSpPr>
          <p:cNvPr id="201" name="comparison-header-band">
            <a:extLst>
              <a:ext uri="{FF2B5EF4-FFF2-40B4-BE49-F238E27FC236}">
                <a16:creationId xmlns:a16="http://schemas.microsoft.com/office/drawing/2014/main" id="{EE593F5E-4BEB-494F-9342-E9EFF3EBFBBA}"/>
              </a:ext>
            </a:extLst>
          </p:cNvPr>
          <p:cNvSpPr>
            <a:spLocks noGrp="1"/>
          </p:cNvSpPr>
          <p:nvPr/>
        </p:nvSpPr>
        <p:spPr>
          <a:xfrm>
            <a:off x="685800" y="1600200"/>
            <a:ext cx="10820400" cy="542925"/>
          </a:xfrm>
          <a:prstGeom prst="rect">
            <a:avLst/>
          </a:prstGeom>
          <a:solidFill>
            <a:srgbClr val="E6EFE8"/>
          </a:solidFill>
          <a:ln w="0">
            <a:noFill/>
          </a:ln>
        </p:spPr>
        <p:txBody>
          <a:bodyPr/>
          <a:lstStyle/>
          <a:p>
            <a:endParaRPr lang="en-US"/>
          </a:p>
        </p:txBody>
      </p:sp>
      <p:sp>
        <p:nvSpPr>
          <p:cNvPr id="202" name="comparison-center-divider">
            <a:extLst>
              <a:ext uri="{FF2B5EF4-FFF2-40B4-BE49-F238E27FC236}">
                <a16:creationId xmlns:a16="http://schemas.microsoft.com/office/drawing/2014/main" id="{64E73EC2-4B32-4941-BB04-596A4000810C}"/>
              </a:ext>
            </a:extLst>
          </p:cNvPr>
          <p:cNvSpPr>
            <a:spLocks noGrp="1"/>
          </p:cNvSpPr>
          <p:nvPr/>
        </p:nvSpPr>
        <p:spPr>
          <a:xfrm>
            <a:off x="6081713" y="1600200"/>
            <a:ext cx="14288" cy="1800225"/>
          </a:xfrm>
          <a:prstGeom prst="rect">
            <a:avLst/>
          </a:prstGeom>
          <a:solidFill>
            <a:srgbClr val="A7BBAF"/>
          </a:solidFill>
          <a:ln w="0">
            <a:noFill/>
          </a:ln>
        </p:spPr>
        <p:txBody>
          <a:bodyPr/>
          <a:lstStyle/>
          <a:p>
            <a:endParaRPr lang="en-US"/>
          </a:p>
        </p:txBody>
      </p:sp>
      <p:sp>
        <p:nvSpPr>
          <p:cNvPr id="203" name="comparison-header-divider">
            <a:extLst>
              <a:ext uri="{FF2B5EF4-FFF2-40B4-BE49-F238E27FC236}">
                <a16:creationId xmlns:a16="http://schemas.microsoft.com/office/drawing/2014/main" id="{FF8C5D5A-9A6D-42E1-B243-F6EDF7A04213}"/>
              </a:ext>
            </a:extLst>
          </p:cNvPr>
          <p:cNvSpPr>
            <a:spLocks noGrp="1"/>
          </p:cNvSpPr>
          <p:nvPr/>
        </p:nvSpPr>
        <p:spPr>
          <a:xfrm>
            <a:off x="685800" y="2133600"/>
            <a:ext cx="10820400" cy="9525"/>
          </a:xfrm>
          <a:prstGeom prst="rect">
            <a:avLst/>
          </a:prstGeom>
          <a:solidFill>
            <a:srgbClr val="A7BBAF"/>
          </a:solidFill>
          <a:ln w="0">
            <a:noFill/>
          </a:ln>
        </p:spPr>
        <p:txBody>
          <a:bodyPr/>
          <a:lstStyle/>
          <a:p>
            <a:endParaRPr lang="en-US"/>
          </a:p>
        </p:txBody>
      </p:sp>
      <p:sp>
        <p:nvSpPr>
          <p:cNvPr id="204" name="discussion-gold-rule">
            <a:extLst>
              <a:ext uri="{FF2B5EF4-FFF2-40B4-BE49-F238E27FC236}">
                <a16:creationId xmlns:a16="http://schemas.microsoft.com/office/drawing/2014/main" id="{3425BD2C-B9C3-482C-A510-3BA5D3941749}"/>
              </a:ext>
            </a:extLst>
          </p:cNvPr>
          <p:cNvSpPr>
            <a:spLocks noGrp="1"/>
          </p:cNvSpPr>
          <p:nvPr/>
        </p:nvSpPr>
        <p:spPr>
          <a:xfrm>
            <a:off x="762000" y="3857625"/>
            <a:ext cx="10668000" cy="14288"/>
          </a:xfrm>
          <a:prstGeom prst="rect">
            <a:avLst/>
          </a:prstGeom>
          <a:solidFill>
            <a:srgbClr val="A68A4C"/>
          </a:solidFill>
          <a:ln w="0">
            <a:noFill/>
          </a:ln>
        </p:spPr>
        <p:txBody>
          <a:bodyPr/>
          <a:lstStyle/>
          <a:p>
            <a:endParaRPr lang="en-US"/>
          </a:p>
        </p:txBody>
      </p:sp>
      <p:sp>
        <p:nvSpPr>
          <p:cNvPr id="16" name="muted-gold-border">
            <a:extLst>
              <a:ext uri="{FF2B5EF4-FFF2-40B4-BE49-F238E27FC236}">
                <a16:creationId xmlns:a16="http://schemas.microsoft.com/office/drawing/2014/main" id="{EA9D510F-E9D0-47D0-98E1-9D5C90D48A5E}"/>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94167736-D5E5-4DFD-92AB-C86C9523D4B0}"/>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D21FC4C8-5A79-4FDB-A228-58390D364C92}"/>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D5B7C2A0-053E-4B02-BAF8-4D4D143B4F1C}"/>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8C36FFC8-8582-4126-AA17-07E6E92B5E82}"/>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B19D2555-CC38-4500-8C58-834E80C0381A}"/>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6AB045ED-6B5A-476F-AB88-C9CC14AA5C9D}"/>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988C3E29-4279-42CB-98A7-B548A9EBAC37}"/>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111D6746-D65E-49C4-BACE-ECA2DE87DE4F}"/>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1" name="slide-number">
            <a:extLst>
              <a:ext uri="{FF2B5EF4-FFF2-40B4-BE49-F238E27FC236}">
                <a16:creationId xmlns:a16="http://schemas.microsoft.com/office/drawing/2014/main" id="{0031EB41-7946-469E-A5B1-B574656AD494}"/>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8</a:t>
            </a:r>
          </a:p>
        </p:txBody>
      </p:sp>
      <p:sp>
        <p:nvSpPr>
          <p:cNvPr id="102" name="title">
            <a:extLst>
              <a:ext uri="{FF2B5EF4-FFF2-40B4-BE49-F238E27FC236}">
                <a16:creationId xmlns:a16="http://schemas.microsoft.com/office/drawing/2014/main" id="{B8B533C3-7506-4C75-80F5-357C8BD4652C}"/>
              </a:ext>
            </a:extLst>
          </p:cNvPr>
          <p:cNvSpPr>
            <a:spLocks noGrp="1"/>
          </p:cNvSpPr>
          <p:nvPr/>
        </p:nvSpPr>
        <p:spPr>
          <a:xfrm>
            <a:off x="747713" y="459206"/>
            <a:ext cx="10668000" cy="619125"/>
          </a:xfrm>
          <a:prstGeom prst="rect">
            <a:avLst/>
          </a:prstGeom>
          <a:noFill/>
          <a:ln w="0">
            <a:noFill/>
          </a:ln>
        </p:spPr>
        <p:txBody>
          <a:bodyPr>
            <a:noAutofit/>
          </a:bodyPr>
          <a:lstStyle/>
          <a:p>
            <a:pPr>
              <a:defRPr sz="3600" b="1">
                <a:solidFill>
                  <a:srgbClr val="202D35"/>
                </a:solidFill>
                <a:latin typeface="Arial"/>
                <a:ea typeface="Arial"/>
                <a:cs typeface="Arial"/>
              </a:defRPr>
            </a:pPr>
            <a:r>
              <a:rPr sz="3600" b="1" dirty="0">
                <a:solidFill>
                  <a:srgbClr val="202D35"/>
                </a:solidFill>
                <a:latin typeface="Arial"/>
                <a:ea typeface="Arial"/>
                <a:cs typeface="Arial"/>
              </a:rPr>
              <a:t>How does the gospel spread?</a:t>
            </a:r>
          </a:p>
        </p:txBody>
      </p:sp>
      <p:sp>
        <p:nvSpPr>
          <p:cNvPr id="103" name="question-number">
            <a:extLst>
              <a:ext uri="{FF2B5EF4-FFF2-40B4-BE49-F238E27FC236}">
                <a16:creationId xmlns:a16="http://schemas.microsoft.com/office/drawing/2014/main" id="{581DB040-7D6D-4194-B3CF-B53D79468047}"/>
              </a:ext>
            </a:extLst>
          </p:cNvPr>
          <p:cNvSpPr>
            <a:spLocks noGrp="1"/>
          </p:cNvSpPr>
          <p:nvPr/>
        </p:nvSpPr>
        <p:spPr>
          <a:xfrm>
            <a:off x="747713" y="1147387"/>
            <a:ext cx="10668000" cy="333375"/>
          </a:xfrm>
          <a:prstGeom prst="rect">
            <a:avLst/>
          </a:prstGeom>
          <a:noFill/>
          <a:ln w="0">
            <a:noFill/>
          </a:ln>
        </p:spPr>
        <p:txBody>
          <a:bodyPr>
            <a:noAutofit/>
          </a:bodyPr>
          <a:lstStyle/>
          <a:p>
            <a:pPr>
              <a:defRPr sz="1800" b="0">
                <a:solidFill>
                  <a:srgbClr val="202D35"/>
                </a:solidFill>
                <a:latin typeface="Arial"/>
                <a:ea typeface="Arial"/>
                <a:cs typeface="Arial"/>
              </a:defRPr>
            </a:pPr>
            <a:r>
              <a:rPr sz="1800" b="0" dirty="0">
                <a:solidFill>
                  <a:srgbClr val="202D35"/>
                </a:solidFill>
                <a:latin typeface="Arial"/>
                <a:ea typeface="Arial"/>
                <a:cs typeface="Arial"/>
              </a:rPr>
              <a:t>Questions 1c and 5c</a:t>
            </a:r>
          </a:p>
        </p:txBody>
      </p:sp>
      <p:sp>
        <p:nvSpPr>
          <p:cNvPr id="104" name="samaria-label">
            <a:extLst>
              <a:ext uri="{FF2B5EF4-FFF2-40B4-BE49-F238E27FC236}">
                <a16:creationId xmlns:a16="http://schemas.microsoft.com/office/drawing/2014/main" id="{0EFC3C2B-D5A7-4120-9F45-51AEF41A22B2}"/>
              </a:ext>
            </a:extLst>
          </p:cNvPr>
          <p:cNvSpPr>
            <a:spLocks noGrp="1"/>
          </p:cNvSpPr>
          <p:nvPr/>
        </p:nvSpPr>
        <p:spPr>
          <a:xfrm>
            <a:off x="762000" y="1647825"/>
            <a:ext cx="5048250" cy="43815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Samaria</a:t>
            </a:r>
          </a:p>
        </p:txBody>
      </p:sp>
      <p:sp>
        <p:nvSpPr>
          <p:cNvPr id="105" name="ethiopian-label">
            <a:extLst>
              <a:ext uri="{FF2B5EF4-FFF2-40B4-BE49-F238E27FC236}">
                <a16:creationId xmlns:a16="http://schemas.microsoft.com/office/drawing/2014/main" id="{F0EBE0C0-08FE-422A-9FA5-4C0C6C75DA86}"/>
              </a:ext>
            </a:extLst>
          </p:cNvPr>
          <p:cNvSpPr>
            <a:spLocks noGrp="1"/>
          </p:cNvSpPr>
          <p:nvPr/>
        </p:nvSpPr>
        <p:spPr>
          <a:xfrm>
            <a:off x="6381750" y="1647825"/>
            <a:ext cx="5048250" cy="43815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Ethiopian official</a:t>
            </a:r>
          </a:p>
        </p:txBody>
      </p:sp>
      <p:sp>
        <p:nvSpPr>
          <p:cNvPr id="106" name="samaria-answer">
            <a:extLst>
              <a:ext uri="{FF2B5EF4-FFF2-40B4-BE49-F238E27FC236}">
                <a16:creationId xmlns:a16="http://schemas.microsoft.com/office/drawing/2014/main" id="{EB925CDE-58C3-4E33-8CEE-C03655026CCE}"/>
              </a:ext>
            </a:extLst>
          </p:cNvPr>
          <p:cNvSpPr>
            <a:spLocks noGrp="1"/>
          </p:cNvSpPr>
          <p:nvPr/>
        </p:nvSpPr>
        <p:spPr>
          <a:xfrm>
            <a:off x="762000" y="2190750"/>
            <a:ext cx="5048250" cy="1152525"/>
          </a:xfrm>
          <a:prstGeom prst="rect">
            <a:avLst/>
          </a:prstGeom>
          <a:noFill/>
          <a:ln w="0">
            <a:noFill/>
          </a:ln>
        </p:spPr>
        <p:txBody>
          <a:bodyPr>
            <a:noAutofit/>
          </a:bodyPr>
          <a:lstStyle/>
          <a:p>
            <a:pPr>
              <a:defRPr sz="2550" b="0">
                <a:solidFill>
                  <a:srgbClr val="202D35"/>
                </a:solidFill>
                <a:latin typeface="Arial"/>
                <a:ea typeface="Arial"/>
                <a:cs typeface="Arial"/>
              </a:defRPr>
            </a:pPr>
            <a:r>
              <a:rPr sz="2550" b="0" dirty="0">
                <a:solidFill>
                  <a:srgbClr val="202D35"/>
                </a:solidFill>
                <a:latin typeface="Arial"/>
                <a:ea typeface="Arial"/>
                <a:cs typeface="Arial"/>
              </a:rPr>
              <a:t>The gospel crosses an old religious and social divide.</a:t>
            </a:r>
          </a:p>
        </p:txBody>
      </p:sp>
      <p:sp>
        <p:nvSpPr>
          <p:cNvPr id="107" name="ethiopian-answer">
            <a:extLst>
              <a:ext uri="{FF2B5EF4-FFF2-40B4-BE49-F238E27FC236}">
                <a16:creationId xmlns:a16="http://schemas.microsoft.com/office/drawing/2014/main" id="{BF4494CB-E10C-4F71-8204-02002C6BD0CC}"/>
              </a:ext>
            </a:extLst>
          </p:cNvPr>
          <p:cNvSpPr>
            <a:spLocks noGrp="1"/>
          </p:cNvSpPr>
          <p:nvPr/>
        </p:nvSpPr>
        <p:spPr>
          <a:xfrm>
            <a:off x="6381750" y="2152650"/>
            <a:ext cx="5048250" cy="1152525"/>
          </a:xfrm>
          <a:prstGeom prst="rect">
            <a:avLst/>
          </a:prstGeom>
          <a:noFill/>
          <a:ln w="0">
            <a:noFill/>
          </a:ln>
        </p:spPr>
        <p:txBody>
          <a:bodyPr>
            <a:noAutofit/>
          </a:bodyPr>
          <a:lstStyle/>
          <a:p>
            <a:pPr>
              <a:defRPr sz="2550" b="0">
                <a:solidFill>
                  <a:srgbClr val="202D35"/>
                </a:solidFill>
                <a:latin typeface="Arial"/>
                <a:ea typeface="Arial"/>
                <a:cs typeface="Arial"/>
              </a:defRPr>
            </a:pPr>
            <a:r>
              <a:rPr sz="2550" b="0" dirty="0">
                <a:solidFill>
                  <a:srgbClr val="202D35"/>
                </a:solidFill>
                <a:latin typeface="Arial"/>
                <a:ea typeface="Arial"/>
                <a:cs typeface="Arial"/>
              </a:rPr>
              <a:t>The gospel crosses national and social boundaries.</a:t>
            </a:r>
          </a:p>
        </p:txBody>
      </p:sp>
      <p:sp>
        <p:nvSpPr>
          <p:cNvPr id="108" name="discussion-label">
            <a:extLst>
              <a:ext uri="{FF2B5EF4-FFF2-40B4-BE49-F238E27FC236}">
                <a16:creationId xmlns:a16="http://schemas.microsoft.com/office/drawing/2014/main" id="{CD86FD68-7D72-4C40-B367-AA8FC97D7D55}"/>
              </a:ext>
            </a:extLst>
          </p:cNvPr>
          <p:cNvSpPr>
            <a:spLocks noGrp="1"/>
          </p:cNvSpPr>
          <p:nvPr/>
        </p:nvSpPr>
        <p:spPr>
          <a:xfrm>
            <a:off x="823912" y="3340306"/>
            <a:ext cx="10668000" cy="409575"/>
          </a:xfrm>
          <a:prstGeom prst="rect">
            <a:avLst/>
          </a:prstGeom>
          <a:noFill/>
          <a:ln w="0">
            <a:noFill/>
          </a:ln>
        </p:spPr>
        <p:txBody>
          <a:bodyPr>
            <a:noAutofit/>
          </a:bodyPr>
          <a:lstStyle/>
          <a:p>
            <a:pPr>
              <a:defRPr sz="2700" b="1">
                <a:solidFill>
                  <a:srgbClr val="216359"/>
                </a:solidFill>
                <a:latin typeface="Arial"/>
                <a:ea typeface="Arial"/>
                <a:cs typeface="Arial"/>
              </a:defRPr>
            </a:pPr>
            <a:r>
              <a:rPr sz="2700" b="1" dirty="0">
                <a:solidFill>
                  <a:srgbClr val="216359"/>
                </a:solidFill>
                <a:latin typeface="Arial"/>
                <a:ea typeface="Arial"/>
                <a:cs typeface="Arial"/>
              </a:rPr>
              <a:t>Discussion</a:t>
            </a:r>
          </a:p>
        </p:txBody>
      </p:sp>
      <p:sp>
        <p:nvSpPr>
          <p:cNvPr id="109" name="discussion-1">
            <a:extLst>
              <a:ext uri="{FF2B5EF4-FFF2-40B4-BE49-F238E27FC236}">
                <a16:creationId xmlns:a16="http://schemas.microsoft.com/office/drawing/2014/main" id="{9688DE72-EA6B-4CC9-AA8A-81E2FC369205}"/>
              </a:ext>
            </a:extLst>
          </p:cNvPr>
          <p:cNvSpPr>
            <a:spLocks noGrp="1"/>
          </p:cNvSpPr>
          <p:nvPr/>
        </p:nvSpPr>
        <p:spPr>
          <a:xfrm>
            <a:off x="762000" y="4030576"/>
            <a:ext cx="10668000" cy="842587"/>
          </a:xfrm>
          <a:prstGeom prst="rect">
            <a:avLst/>
          </a:prstGeom>
          <a:noFill/>
          <a:ln w="0">
            <a:noFill/>
          </a:ln>
        </p:spPr>
        <p:txBody>
          <a:bodyPr>
            <a:noAutofit/>
          </a:bodyPr>
          <a:lstStyle/>
          <a:p>
            <a:pPr>
              <a:defRPr sz="2400" b="0">
                <a:solidFill>
                  <a:srgbClr val="202D35"/>
                </a:solidFill>
                <a:latin typeface="Arial"/>
                <a:ea typeface="Arial"/>
                <a:cs typeface="Arial"/>
              </a:defRPr>
            </a:pPr>
            <a:r>
              <a:rPr sz="2400" b="0" dirty="0">
                <a:solidFill>
                  <a:srgbClr val="202D35"/>
                </a:solidFill>
                <a:latin typeface="Arial"/>
                <a:ea typeface="Arial"/>
                <a:cs typeface="Arial"/>
              </a:rPr>
              <a:t>1. </a:t>
            </a:r>
            <a:r>
              <a:rPr lang="en-US" sz="2400" dirty="0">
                <a:solidFill>
                  <a:srgbClr val="202D35"/>
                </a:solidFill>
                <a:latin typeface="Arial"/>
              </a:rPr>
              <a:t>What do the crowds in Samaria and the encounter with one traveler teach us about how God’s mission advances?</a:t>
            </a:r>
            <a:endParaRPr sz="2400" b="0" dirty="0">
              <a:solidFill>
                <a:srgbClr val="202D35"/>
              </a:solidFill>
              <a:latin typeface="Arial"/>
              <a:ea typeface="Arial"/>
              <a:cs typeface="Arial"/>
            </a:endParaRPr>
          </a:p>
        </p:txBody>
      </p:sp>
      <p:sp>
        <p:nvSpPr>
          <p:cNvPr id="110" name="discussion-2">
            <a:extLst>
              <a:ext uri="{FF2B5EF4-FFF2-40B4-BE49-F238E27FC236}">
                <a16:creationId xmlns:a16="http://schemas.microsoft.com/office/drawing/2014/main" id="{7145685B-8C1D-45AC-9A84-70A6E14C570A}"/>
              </a:ext>
            </a:extLst>
          </p:cNvPr>
          <p:cNvSpPr>
            <a:spLocks noGrp="1"/>
          </p:cNvSpPr>
          <p:nvPr/>
        </p:nvSpPr>
        <p:spPr>
          <a:xfrm>
            <a:off x="762000" y="5096626"/>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r>
              <a:rPr sz="2400" b="0" dirty="0">
                <a:solidFill>
                  <a:srgbClr val="202D35"/>
                </a:solidFill>
                <a:latin typeface="Arial"/>
                <a:ea typeface="Arial"/>
                <a:cs typeface="Arial"/>
              </a:rPr>
              <a:t>2. How might these encounters challenge our ideas about what successful ministry looks like?</a:t>
            </a:r>
          </a:p>
        </p:txBody>
      </p:sp>
      <p:sp>
        <p:nvSpPr>
          <p:cNvPr id="111" name="discussion-3">
            <a:extLst>
              <a:ext uri="{FF2B5EF4-FFF2-40B4-BE49-F238E27FC236}">
                <a16:creationId xmlns:a16="http://schemas.microsoft.com/office/drawing/2014/main" id="{4FC1E4E4-62EB-45E5-B3EE-DD1348E0A41A}"/>
              </a:ext>
            </a:extLst>
          </p:cNvPr>
          <p:cNvSpPr>
            <a:spLocks noGrp="1"/>
          </p:cNvSpPr>
          <p:nvPr/>
        </p:nvSpPr>
        <p:spPr>
          <a:xfrm>
            <a:off x="685800" y="5568114"/>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endParaRPr sz="2400" b="0" dirty="0">
              <a:solidFill>
                <a:srgbClr val="202D35"/>
              </a:solidFill>
              <a:latin typeface="Arial"/>
              <a:ea typeface="Arial"/>
              <a:cs typeface="Arial"/>
            </a:endParaRPr>
          </a:p>
        </p:txBody>
      </p:sp>
    </p:spTree>
    <p:extLst>
      <p:ext uri="{BB962C8B-B14F-4D97-AF65-F5344CB8AC3E}">
        <p14:creationId xmlns:p14="http://schemas.microsoft.com/office/powerpoint/2010/main" val="1664422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200" name="comparison-background">
            <a:extLst>
              <a:ext uri="{FF2B5EF4-FFF2-40B4-BE49-F238E27FC236}">
                <a16:creationId xmlns:a16="http://schemas.microsoft.com/office/drawing/2014/main" id="{CC98F579-7C31-418E-AFF5-2BF76ABAE99A}"/>
              </a:ext>
            </a:extLst>
          </p:cNvPr>
          <p:cNvSpPr>
            <a:spLocks noGrp="1"/>
          </p:cNvSpPr>
          <p:nvPr/>
        </p:nvSpPr>
        <p:spPr>
          <a:xfrm>
            <a:off x="685800" y="1600200"/>
            <a:ext cx="10820400" cy="1800225"/>
          </a:xfrm>
          <a:prstGeom prst="rect">
            <a:avLst/>
          </a:prstGeom>
          <a:solidFill>
            <a:srgbClr val="F7F8F3"/>
          </a:solidFill>
          <a:ln w="9525">
            <a:solidFill>
              <a:srgbClr val="BCC9BC"/>
            </a:solidFill>
          </a:ln>
        </p:spPr>
        <p:txBody>
          <a:bodyPr/>
          <a:lstStyle/>
          <a:p>
            <a:endParaRPr lang="en-US"/>
          </a:p>
        </p:txBody>
      </p:sp>
      <p:sp>
        <p:nvSpPr>
          <p:cNvPr id="201" name="comparison-header-band">
            <a:extLst>
              <a:ext uri="{FF2B5EF4-FFF2-40B4-BE49-F238E27FC236}">
                <a16:creationId xmlns:a16="http://schemas.microsoft.com/office/drawing/2014/main" id="{EE593F5E-4BEB-494F-9342-E9EFF3EBFBBA}"/>
              </a:ext>
            </a:extLst>
          </p:cNvPr>
          <p:cNvSpPr>
            <a:spLocks noGrp="1"/>
          </p:cNvSpPr>
          <p:nvPr/>
        </p:nvSpPr>
        <p:spPr>
          <a:xfrm>
            <a:off x="685800" y="1600200"/>
            <a:ext cx="10820400" cy="542925"/>
          </a:xfrm>
          <a:prstGeom prst="rect">
            <a:avLst/>
          </a:prstGeom>
          <a:solidFill>
            <a:srgbClr val="E6EFE8"/>
          </a:solidFill>
          <a:ln w="0">
            <a:noFill/>
          </a:ln>
        </p:spPr>
        <p:txBody>
          <a:bodyPr/>
          <a:lstStyle/>
          <a:p>
            <a:endParaRPr lang="en-US"/>
          </a:p>
        </p:txBody>
      </p:sp>
      <p:sp>
        <p:nvSpPr>
          <p:cNvPr id="202" name="comparison-center-divider">
            <a:extLst>
              <a:ext uri="{FF2B5EF4-FFF2-40B4-BE49-F238E27FC236}">
                <a16:creationId xmlns:a16="http://schemas.microsoft.com/office/drawing/2014/main" id="{64E73EC2-4B32-4941-BB04-596A4000810C}"/>
              </a:ext>
            </a:extLst>
          </p:cNvPr>
          <p:cNvSpPr>
            <a:spLocks noGrp="1"/>
          </p:cNvSpPr>
          <p:nvPr/>
        </p:nvSpPr>
        <p:spPr>
          <a:xfrm>
            <a:off x="6081713" y="1600200"/>
            <a:ext cx="14288" cy="1800225"/>
          </a:xfrm>
          <a:prstGeom prst="rect">
            <a:avLst/>
          </a:prstGeom>
          <a:solidFill>
            <a:srgbClr val="A7BBAF"/>
          </a:solidFill>
          <a:ln w="0">
            <a:noFill/>
          </a:ln>
        </p:spPr>
        <p:txBody>
          <a:bodyPr/>
          <a:lstStyle/>
          <a:p>
            <a:endParaRPr lang="en-US"/>
          </a:p>
        </p:txBody>
      </p:sp>
      <p:sp>
        <p:nvSpPr>
          <p:cNvPr id="203" name="comparison-header-divider">
            <a:extLst>
              <a:ext uri="{FF2B5EF4-FFF2-40B4-BE49-F238E27FC236}">
                <a16:creationId xmlns:a16="http://schemas.microsoft.com/office/drawing/2014/main" id="{FF8C5D5A-9A6D-42E1-B243-F6EDF7A04213}"/>
              </a:ext>
            </a:extLst>
          </p:cNvPr>
          <p:cNvSpPr>
            <a:spLocks noGrp="1"/>
          </p:cNvSpPr>
          <p:nvPr/>
        </p:nvSpPr>
        <p:spPr>
          <a:xfrm>
            <a:off x="685800" y="2133600"/>
            <a:ext cx="10820400" cy="9525"/>
          </a:xfrm>
          <a:prstGeom prst="rect">
            <a:avLst/>
          </a:prstGeom>
          <a:solidFill>
            <a:srgbClr val="A7BBAF"/>
          </a:solidFill>
          <a:ln w="0">
            <a:noFill/>
          </a:ln>
        </p:spPr>
        <p:txBody>
          <a:bodyPr/>
          <a:lstStyle/>
          <a:p>
            <a:endParaRPr lang="en-US"/>
          </a:p>
        </p:txBody>
      </p:sp>
      <p:sp>
        <p:nvSpPr>
          <p:cNvPr id="204" name="discussion-gold-rule">
            <a:extLst>
              <a:ext uri="{FF2B5EF4-FFF2-40B4-BE49-F238E27FC236}">
                <a16:creationId xmlns:a16="http://schemas.microsoft.com/office/drawing/2014/main" id="{3425BD2C-B9C3-482C-A510-3BA5D3941749}"/>
              </a:ext>
            </a:extLst>
          </p:cNvPr>
          <p:cNvSpPr>
            <a:spLocks noGrp="1"/>
          </p:cNvSpPr>
          <p:nvPr/>
        </p:nvSpPr>
        <p:spPr>
          <a:xfrm>
            <a:off x="762000" y="3857625"/>
            <a:ext cx="10668000" cy="14288"/>
          </a:xfrm>
          <a:prstGeom prst="rect">
            <a:avLst/>
          </a:prstGeom>
          <a:solidFill>
            <a:srgbClr val="A68A4C"/>
          </a:solidFill>
          <a:ln w="0">
            <a:noFill/>
          </a:ln>
        </p:spPr>
        <p:txBody>
          <a:bodyPr/>
          <a:lstStyle/>
          <a:p>
            <a:endParaRPr lang="en-US"/>
          </a:p>
        </p:txBody>
      </p:sp>
      <p:sp>
        <p:nvSpPr>
          <p:cNvPr id="16" name="muted-gold-border">
            <a:extLst>
              <a:ext uri="{FF2B5EF4-FFF2-40B4-BE49-F238E27FC236}">
                <a16:creationId xmlns:a16="http://schemas.microsoft.com/office/drawing/2014/main" id="{4E5E5C4E-53C7-4AD0-B87A-FEB9A196F68B}"/>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2EA5E33B-CCC5-43D4-A092-0E9352E1D357}"/>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15C76A67-12D3-4924-9219-B51D80F7F36B}"/>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F8C2E060-6FC5-4C8D-8F64-C57537B4A997}"/>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C6204775-4F93-40F5-803E-026EEBC84585}"/>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4698FD49-8E5C-4EF2-B6C5-C8AACF5A4091}"/>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68FCE3F8-809E-469A-9A22-4DA030E943F5}"/>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FF7BD1BB-DAD5-4FF9-9987-BD979B41FB2A}"/>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AC2FD17E-2A9F-4EB3-87AC-F2676686FF00}"/>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1" name="slide-number">
            <a:extLst>
              <a:ext uri="{FF2B5EF4-FFF2-40B4-BE49-F238E27FC236}">
                <a16:creationId xmlns:a16="http://schemas.microsoft.com/office/drawing/2014/main" id="{DEECED73-1FAF-4A5D-9F27-407CB8D7910D}"/>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9</a:t>
            </a:r>
          </a:p>
        </p:txBody>
      </p:sp>
      <p:sp>
        <p:nvSpPr>
          <p:cNvPr id="102" name="title">
            <a:extLst>
              <a:ext uri="{FF2B5EF4-FFF2-40B4-BE49-F238E27FC236}">
                <a16:creationId xmlns:a16="http://schemas.microsoft.com/office/drawing/2014/main" id="{DC88EA46-C219-41EC-A910-A36C2919E759}"/>
              </a:ext>
            </a:extLst>
          </p:cNvPr>
          <p:cNvSpPr>
            <a:spLocks noGrp="1"/>
          </p:cNvSpPr>
          <p:nvPr/>
        </p:nvSpPr>
        <p:spPr>
          <a:xfrm>
            <a:off x="762000" y="590550"/>
            <a:ext cx="10668000" cy="619125"/>
          </a:xfrm>
          <a:prstGeom prst="rect">
            <a:avLst/>
          </a:prstGeom>
          <a:noFill/>
          <a:ln w="0">
            <a:noFill/>
          </a:ln>
        </p:spPr>
        <p:txBody>
          <a:bodyPr>
            <a:noAutofit/>
          </a:bodyPr>
          <a:lstStyle/>
          <a:p>
            <a:pPr>
              <a:defRPr sz="3600" b="1">
                <a:solidFill>
                  <a:srgbClr val="202D35"/>
                </a:solidFill>
                <a:latin typeface="Arial"/>
                <a:ea typeface="Arial"/>
                <a:cs typeface="Arial"/>
              </a:defRPr>
            </a:pPr>
            <a:r>
              <a:rPr sz="3600" b="1">
                <a:solidFill>
                  <a:srgbClr val="202D35"/>
                </a:solidFill>
                <a:latin typeface="Arial"/>
                <a:ea typeface="Arial"/>
                <a:cs typeface="Arial"/>
              </a:rPr>
              <a:t>What leads to belief and baptism?</a:t>
            </a:r>
          </a:p>
        </p:txBody>
      </p:sp>
      <p:sp>
        <p:nvSpPr>
          <p:cNvPr id="103" name="question-number">
            <a:extLst>
              <a:ext uri="{FF2B5EF4-FFF2-40B4-BE49-F238E27FC236}">
                <a16:creationId xmlns:a16="http://schemas.microsoft.com/office/drawing/2014/main" id="{50181B04-F8A9-4B40-B89A-85D3C8BF9141}"/>
              </a:ext>
            </a:extLst>
          </p:cNvPr>
          <p:cNvSpPr>
            <a:spLocks noGrp="1"/>
          </p:cNvSpPr>
          <p:nvPr/>
        </p:nvSpPr>
        <p:spPr>
          <a:xfrm>
            <a:off x="762000" y="1219200"/>
            <a:ext cx="10668000" cy="333375"/>
          </a:xfrm>
          <a:prstGeom prst="rect">
            <a:avLst/>
          </a:prstGeom>
          <a:noFill/>
          <a:ln w="0">
            <a:noFill/>
          </a:ln>
        </p:spPr>
        <p:txBody>
          <a:bodyPr>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Questions 1d and 5e</a:t>
            </a:r>
          </a:p>
        </p:txBody>
      </p:sp>
      <p:sp>
        <p:nvSpPr>
          <p:cNvPr id="104" name="samaria-label">
            <a:extLst>
              <a:ext uri="{FF2B5EF4-FFF2-40B4-BE49-F238E27FC236}">
                <a16:creationId xmlns:a16="http://schemas.microsoft.com/office/drawing/2014/main" id="{5C1C1808-A304-4DBD-89C7-510C54AC9110}"/>
              </a:ext>
            </a:extLst>
          </p:cNvPr>
          <p:cNvSpPr>
            <a:spLocks noGrp="1"/>
          </p:cNvSpPr>
          <p:nvPr/>
        </p:nvSpPr>
        <p:spPr>
          <a:xfrm>
            <a:off x="762000" y="1647825"/>
            <a:ext cx="5048250" cy="43815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Samaria</a:t>
            </a:r>
          </a:p>
        </p:txBody>
      </p:sp>
      <p:sp>
        <p:nvSpPr>
          <p:cNvPr id="105" name="ethiopian-label">
            <a:extLst>
              <a:ext uri="{FF2B5EF4-FFF2-40B4-BE49-F238E27FC236}">
                <a16:creationId xmlns:a16="http://schemas.microsoft.com/office/drawing/2014/main" id="{B848E7E2-8C3B-4B57-B256-08AFF49FF6F6}"/>
              </a:ext>
            </a:extLst>
          </p:cNvPr>
          <p:cNvSpPr>
            <a:spLocks noGrp="1"/>
          </p:cNvSpPr>
          <p:nvPr/>
        </p:nvSpPr>
        <p:spPr>
          <a:xfrm>
            <a:off x="6381750" y="1647825"/>
            <a:ext cx="5048250" cy="43815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Ethiopian official</a:t>
            </a:r>
          </a:p>
        </p:txBody>
      </p:sp>
      <p:sp>
        <p:nvSpPr>
          <p:cNvPr id="106" name="samaria-answer">
            <a:extLst>
              <a:ext uri="{FF2B5EF4-FFF2-40B4-BE49-F238E27FC236}">
                <a16:creationId xmlns:a16="http://schemas.microsoft.com/office/drawing/2014/main" id="{4DDEAD33-1E71-4B14-B4DB-DE47ABA5A3E7}"/>
              </a:ext>
            </a:extLst>
          </p:cNvPr>
          <p:cNvSpPr>
            <a:spLocks noGrp="1"/>
          </p:cNvSpPr>
          <p:nvPr/>
        </p:nvSpPr>
        <p:spPr>
          <a:xfrm>
            <a:off x="762000" y="2152650"/>
            <a:ext cx="5048250" cy="1152525"/>
          </a:xfrm>
          <a:prstGeom prst="rect">
            <a:avLst/>
          </a:prstGeom>
          <a:noFill/>
          <a:ln w="0">
            <a:noFill/>
          </a:ln>
        </p:spPr>
        <p:txBody>
          <a:bodyPr>
            <a:noAutofit/>
          </a:bodyPr>
          <a:lstStyle/>
          <a:p>
            <a:pPr>
              <a:defRPr sz="2550" b="0">
                <a:solidFill>
                  <a:srgbClr val="202D35"/>
                </a:solidFill>
                <a:latin typeface="Arial"/>
                <a:ea typeface="Arial"/>
                <a:cs typeface="Arial"/>
              </a:defRPr>
            </a:pPr>
            <a:r>
              <a:rPr sz="2550" b="0">
                <a:solidFill>
                  <a:srgbClr val="202D35"/>
                </a:solidFill>
                <a:latin typeface="Arial"/>
                <a:ea typeface="Arial"/>
                <a:cs typeface="Arial"/>
              </a:rPr>
              <a:t>Philip’s message about Jesus and miraculous signs.</a:t>
            </a:r>
          </a:p>
        </p:txBody>
      </p:sp>
      <p:sp>
        <p:nvSpPr>
          <p:cNvPr id="107" name="ethiopian-answer">
            <a:extLst>
              <a:ext uri="{FF2B5EF4-FFF2-40B4-BE49-F238E27FC236}">
                <a16:creationId xmlns:a16="http://schemas.microsoft.com/office/drawing/2014/main" id="{E3FF9665-4CEE-4E85-B6BE-01FC3DEE58E9}"/>
              </a:ext>
            </a:extLst>
          </p:cNvPr>
          <p:cNvSpPr>
            <a:spLocks noGrp="1"/>
          </p:cNvSpPr>
          <p:nvPr/>
        </p:nvSpPr>
        <p:spPr>
          <a:xfrm>
            <a:off x="6381750" y="2152650"/>
            <a:ext cx="5048250" cy="1152525"/>
          </a:xfrm>
          <a:prstGeom prst="rect">
            <a:avLst/>
          </a:prstGeom>
          <a:noFill/>
          <a:ln w="0">
            <a:noFill/>
          </a:ln>
        </p:spPr>
        <p:txBody>
          <a:bodyPr>
            <a:noAutofit/>
          </a:bodyPr>
          <a:lstStyle/>
          <a:p>
            <a:pPr>
              <a:defRPr sz="2550" b="0">
                <a:solidFill>
                  <a:srgbClr val="202D35"/>
                </a:solidFill>
                <a:latin typeface="Arial"/>
                <a:ea typeface="Arial"/>
                <a:cs typeface="Arial"/>
              </a:defRPr>
            </a:pPr>
            <a:r>
              <a:rPr sz="2550" b="0">
                <a:solidFill>
                  <a:srgbClr val="202D35"/>
                </a:solidFill>
                <a:latin typeface="Arial"/>
                <a:ea typeface="Arial"/>
                <a:cs typeface="Arial"/>
              </a:rPr>
              <a:t>Philip explains Jesus from Isaiah. The official requests baptism.</a:t>
            </a:r>
          </a:p>
        </p:txBody>
      </p:sp>
      <p:sp>
        <p:nvSpPr>
          <p:cNvPr id="108" name="discussion-label">
            <a:extLst>
              <a:ext uri="{FF2B5EF4-FFF2-40B4-BE49-F238E27FC236}">
                <a16:creationId xmlns:a16="http://schemas.microsoft.com/office/drawing/2014/main" id="{863F5828-05E9-419A-827F-16BE33A9D3A0}"/>
              </a:ext>
            </a:extLst>
          </p:cNvPr>
          <p:cNvSpPr>
            <a:spLocks noGrp="1"/>
          </p:cNvSpPr>
          <p:nvPr/>
        </p:nvSpPr>
        <p:spPr>
          <a:xfrm>
            <a:off x="762000" y="3400425"/>
            <a:ext cx="10668000" cy="409575"/>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Discussion</a:t>
            </a:r>
          </a:p>
        </p:txBody>
      </p:sp>
      <p:sp>
        <p:nvSpPr>
          <p:cNvPr id="109" name="discussion-1">
            <a:extLst>
              <a:ext uri="{FF2B5EF4-FFF2-40B4-BE49-F238E27FC236}">
                <a16:creationId xmlns:a16="http://schemas.microsoft.com/office/drawing/2014/main" id="{1E4041BC-9CC6-49D2-8802-F02AE2336AE2}"/>
              </a:ext>
            </a:extLst>
          </p:cNvPr>
          <p:cNvSpPr>
            <a:spLocks noGrp="1"/>
          </p:cNvSpPr>
          <p:nvPr/>
        </p:nvSpPr>
        <p:spPr>
          <a:xfrm>
            <a:off x="762000" y="4043362"/>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r>
              <a:rPr sz="2400" b="0" dirty="0">
                <a:solidFill>
                  <a:srgbClr val="202D35"/>
                </a:solidFill>
                <a:latin typeface="Arial"/>
                <a:ea typeface="Arial"/>
                <a:cs typeface="Arial"/>
              </a:rPr>
              <a:t>1. What stays the same in Philip’s message, and what changes in how he communicates it?</a:t>
            </a:r>
          </a:p>
        </p:txBody>
      </p:sp>
      <p:sp>
        <p:nvSpPr>
          <p:cNvPr id="110" name="discussion-2">
            <a:extLst>
              <a:ext uri="{FF2B5EF4-FFF2-40B4-BE49-F238E27FC236}">
                <a16:creationId xmlns:a16="http://schemas.microsoft.com/office/drawing/2014/main" id="{6AAA0BA9-7656-4875-BD2B-383E60625309}"/>
              </a:ext>
            </a:extLst>
          </p:cNvPr>
          <p:cNvSpPr>
            <a:spLocks noGrp="1"/>
          </p:cNvSpPr>
          <p:nvPr/>
        </p:nvSpPr>
        <p:spPr>
          <a:xfrm>
            <a:off x="838200" y="4994609"/>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r>
              <a:rPr sz="2400" b="0" dirty="0">
                <a:solidFill>
                  <a:srgbClr val="202D35"/>
                </a:solidFill>
                <a:latin typeface="Arial"/>
                <a:ea typeface="Arial"/>
                <a:cs typeface="Arial"/>
              </a:rPr>
              <a:t>2. What does Philip’s conversation with the Ethiopian teach us about listening before explaining?</a:t>
            </a:r>
          </a:p>
        </p:txBody>
      </p:sp>
      <p:sp>
        <p:nvSpPr>
          <p:cNvPr id="111" name="discussion-3">
            <a:extLst>
              <a:ext uri="{FF2B5EF4-FFF2-40B4-BE49-F238E27FC236}">
                <a16:creationId xmlns:a16="http://schemas.microsoft.com/office/drawing/2014/main" id="{2E580804-ED5E-4436-AEE7-0B310B62F1F5}"/>
              </a:ext>
            </a:extLst>
          </p:cNvPr>
          <p:cNvSpPr>
            <a:spLocks noGrp="1"/>
          </p:cNvSpPr>
          <p:nvPr/>
        </p:nvSpPr>
        <p:spPr>
          <a:xfrm>
            <a:off x="762000" y="5429250"/>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endParaRPr sz="2400" b="0" dirty="0">
              <a:solidFill>
                <a:srgbClr val="202D35"/>
              </a:solidFill>
              <a:latin typeface="Arial"/>
              <a:ea typeface="Arial"/>
              <a:cs typeface="Arial"/>
            </a:endParaRPr>
          </a:p>
        </p:txBody>
      </p:sp>
    </p:spTree>
    <p:extLst>
      <p:ext uri="{BB962C8B-B14F-4D97-AF65-F5344CB8AC3E}">
        <p14:creationId xmlns:p14="http://schemas.microsoft.com/office/powerpoint/2010/main" val="1196980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200" name="comparison-background">
            <a:extLst>
              <a:ext uri="{FF2B5EF4-FFF2-40B4-BE49-F238E27FC236}">
                <a16:creationId xmlns:a16="http://schemas.microsoft.com/office/drawing/2014/main" id="{CC98F579-7C31-418E-AFF5-2BF76ABAE99A}"/>
              </a:ext>
            </a:extLst>
          </p:cNvPr>
          <p:cNvSpPr>
            <a:spLocks noGrp="1"/>
          </p:cNvSpPr>
          <p:nvPr/>
        </p:nvSpPr>
        <p:spPr>
          <a:xfrm>
            <a:off x="685800" y="1600200"/>
            <a:ext cx="10820400" cy="1800225"/>
          </a:xfrm>
          <a:prstGeom prst="rect">
            <a:avLst/>
          </a:prstGeom>
          <a:solidFill>
            <a:srgbClr val="F7F8F3"/>
          </a:solidFill>
          <a:ln w="9525">
            <a:solidFill>
              <a:srgbClr val="BCC9BC"/>
            </a:solidFill>
          </a:ln>
        </p:spPr>
        <p:txBody>
          <a:bodyPr/>
          <a:lstStyle/>
          <a:p>
            <a:endParaRPr lang="en-US"/>
          </a:p>
        </p:txBody>
      </p:sp>
      <p:sp>
        <p:nvSpPr>
          <p:cNvPr id="201" name="comparison-header-band">
            <a:extLst>
              <a:ext uri="{FF2B5EF4-FFF2-40B4-BE49-F238E27FC236}">
                <a16:creationId xmlns:a16="http://schemas.microsoft.com/office/drawing/2014/main" id="{EE593F5E-4BEB-494F-9342-E9EFF3EBFBBA}"/>
              </a:ext>
            </a:extLst>
          </p:cNvPr>
          <p:cNvSpPr>
            <a:spLocks noGrp="1"/>
          </p:cNvSpPr>
          <p:nvPr/>
        </p:nvSpPr>
        <p:spPr>
          <a:xfrm>
            <a:off x="685800" y="1600200"/>
            <a:ext cx="10820400" cy="542925"/>
          </a:xfrm>
          <a:prstGeom prst="rect">
            <a:avLst/>
          </a:prstGeom>
          <a:solidFill>
            <a:srgbClr val="E6EFE8"/>
          </a:solidFill>
          <a:ln w="0">
            <a:noFill/>
          </a:ln>
        </p:spPr>
        <p:txBody>
          <a:bodyPr/>
          <a:lstStyle/>
          <a:p>
            <a:endParaRPr lang="en-US"/>
          </a:p>
        </p:txBody>
      </p:sp>
      <p:sp>
        <p:nvSpPr>
          <p:cNvPr id="202" name="comparison-center-divider">
            <a:extLst>
              <a:ext uri="{FF2B5EF4-FFF2-40B4-BE49-F238E27FC236}">
                <a16:creationId xmlns:a16="http://schemas.microsoft.com/office/drawing/2014/main" id="{64E73EC2-4B32-4941-BB04-596A4000810C}"/>
              </a:ext>
            </a:extLst>
          </p:cNvPr>
          <p:cNvSpPr>
            <a:spLocks noGrp="1"/>
          </p:cNvSpPr>
          <p:nvPr/>
        </p:nvSpPr>
        <p:spPr>
          <a:xfrm>
            <a:off x="6081713" y="1600200"/>
            <a:ext cx="14288" cy="1800225"/>
          </a:xfrm>
          <a:prstGeom prst="rect">
            <a:avLst/>
          </a:prstGeom>
          <a:solidFill>
            <a:srgbClr val="A7BBAF"/>
          </a:solidFill>
          <a:ln w="0">
            <a:noFill/>
          </a:ln>
        </p:spPr>
        <p:txBody>
          <a:bodyPr/>
          <a:lstStyle/>
          <a:p>
            <a:endParaRPr lang="en-US"/>
          </a:p>
        </p:txBody>
      </p:sp>
      <p:sp>
        <p:nvSpPr>
          <p:cNvPr id="203" name="comparison-header-divider">
            <a:extLst>
              <a:ext uri="{FF2B5EF4-FFF2-40B4-BE49-F238E27FC236}">
                <a16:creationId xmlns:a16="http://schemas.microsoft.com/office/drawing/2014/main" id="{FF8C5D5A-9A6D-42E1-B243-F6EDF7A04213}"/>
              </a:ext>
            </a:extLst>
          </p:cNvPr>
          <p:cNvSpPr>
            <a:spLocks noGrp="1"/>
          </p:cNvSpPr>
          <p:nvPr/>
        </p:nvSpPr>
        <p:spPr>
          <a:xfrm>
            <a:off x="685800" y="2133600"/>
            <a:ext cx="10820400" cy="9525"/>
          </a:xfrm>
          <a:prstGeom prst="rect">
            <a:avLst/>
          </a:prstGeom>
          <a:solidFill>
            <a:srgbClr val="A7BBAF"/>
          </a:solidFill>
          <a:ln w="0">
            <a:noFill/>
          </a:ln>
        </p:spPr>
        <p:txBody>
          <a:bodyPr/>
          <a:lstStyle/>
          <a:p>
            <a:endParaRPr lang="en-US"/>
          </a:p>
        </p:txBody>
      </p:sp>
      <p:sp>
        <p:nvSpPr>
          <p:cNvPr id="204" name="discussion-gold-rule">
            <a:extLst>
              <a:ext uri="{FF2B5EF4-FFF2-40B4-BE49-F238E27FC236}">
                <a16:creationId xmlns:a16="http://schemas.microsoft.com/office/drawing/2014/main" id="{3425BD2C-B9C3-482C-A510-3BA5D3941749}"/>
              </a:ext>
            </a:extLst>
          </p:cNvPr>
          <p:cNvSpPr>
            <a:spLocks noGrp="1"/>
          </p:cNvSpPr>
          <p:nvPr/>
        </p:nvSpPr>
        <p:spPr>
          <a:xfrm>
            <a:off x="762000" y="3857625"/>
            <a:ext cx="10668000" cy="14288"/>
          </a:xfrm>
          <a:prstGeom prst="rect">
            <a:avLst/>
          </a:prstGeom>
          <a:solidFill>
            <a:srgbClr val="A68A4C"/>
          </a:solidFill>
          <a:ln w="0">
            <a:noFill/>
          </a:ln>
        </p:spPr>
        <p:txBody>
          <a:bodyPr/>
          <a:lstStyle/>
          <a:p>
            <a:endParaRPr lang="en-US"/>
          </a:p>
        </p:txBody>
      </p:sp>
      <p:sp>
        <p:nvSpPr>
          <p:cNvPr id="16" name="muted-gold-border">
            <a:extLst>
              <a:ext uri="{FF2B5EF4-FFF2-40B4-BE49-F238E27FC236}">
                <a16:creationId xmlns:a16="http://schemas.microsoft.com/office/drawing/2014/main" id="{14FE9A31-DF86-4836-8884-C1FCB503CB04}"/>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D79907AA-8CC3-4D04-89D0-1770F73B9E0C}"/>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E572445D-68AE-478A-B245-7194E39C7909}"/>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BF752713-0B25-49DF-AB2A-7B66629ABCAD}"/>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ABB391EB-51C0-41A6-A4C3-8BF17C8A6027}"/>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0881BA27-6C78-4789-BD27-487F5636F48D}"/>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83B6202F-DCDD-432A-A87E-163F3F448E5A}"/>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61B15457-F17B-49E4-A0F9-FF2B8D12119F}"/>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246B0A12-96F1-4272-B886-7118FF4AEC58}"/>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1" name="slide-number">
            <a:extLst>
              <a:ext uri="{FF2B5EF4-FFF2-40B4-BE49-F238E27FC236}">
                <a16:creationId xmlns:a16="http://schemas.microsoft.com/office/drawing/2014/main" id="{B656DC4A-CF72-41E5-AE03-AEA28DAFA2C8}"/>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10</a:t>
            </a:r>
          </a:p>
        </p:txBody>
      </p:sp>
      <p:sp>
        <p:nvSpPr>
          <p:cNvPr id="102" name="title">
            <a:extLst>
              <a:ext uri="{FF2B5EF4-FFF2-40B4-BE49-F238E27FC236}">
                <a16:creationId xmlns:a16="http://schemas.microsoft.com/office/drawing/2014/main" id="{F34777FF-B591-4DF4-AD54-0C00DA1AFFBE}"/>
              </a:ext>
            </a:extLst>
          </p:cNvPr>
          <p:cNvSpPr>
            <a:spLocks noGrp="1"/>
          </p:cNvSpPr>
          <p:nvPr/>
        </p:nvSpPr>
        <p:spPr>
          <a:xfrm>
            <a:off x="762000" y="590550"/>
            <a:ext cx="10668000" cy="619125"/>
          </a:xfrm>
          <a:prstGeom prst="rect">
            <a:avLst/>
          </a:prstGeom>
          <a:noFill/>
          <a:ln w="0">
            <a:noFill/>
          </a:ln>
        </p:spPr>
        <p:txBody>
          <a:bodyPr>
            <a:noAutofit/>
          </a:bodyPr>
          <a:lstStyle/>
          <a:p>
            <a:pPr>
              <a:defRPr sz="3600" b="1">
                <a:solidFill>
                  <a:srgbClr val="202D35"/>
                </a:solidFill>
                <a:latin typeface="Arial"/>
                <a:ea typeface="Arial"/>
                <a:cs typeface="Arial"/>
              </a:defRPr>
            </a:pPr>
            <a:r>
              <a:rPr sz="3600" b="1">
                <a:solidFill>
                  <a:srgbClr val="202D35"/>
                </a:solidFill>
                <a:latin typeface="Arial"/>
                <a:ea typeface="Arial"/>
                <a:cs typeface="Arial"/>
              </a:rPr>
              <a:t>What role do the apostles play?</a:t>
            </a:r>
          </a:p>
        </p:txBody>
      </p:sp>
      <p:sp>
        <p:nvSpPr>
          <p:cNvPr id="103" name="question-number">
            <a:extLst>
              <a:ext uri="{FF2B5EF4-FFF2-40B4-BE49-F238E27FC236}">
                <a16:creationId xmlns:a16="http://schemas.microsoft.com/office/drawing/2014/main" id="{E85A6027-0A23-4CE5-A562-BDC06501E27C}"/>
              </a:ext>
            </a:extLst>
          </p:cNvPr>
          <p:cNvSpPr>
            <a:spLocks noGrp="1"/>
          </p:cNvSpPr>
          <p:nvPr/>
        </p:nvSpPr>
        <p:spPr>
          <a:xfrm>
            <a:off x="762000" y="1219200"/>
            <a:ext cx="10668000" cy="333375"/>
          </a:xfrm>
          <a:prstGeom prst="rect">
            <a:avLst/>
          </a:prstGeom>
          <a:noFill/>
          <a:ln w="0">
            <a:noFill/>
          </a:ln>
        </p:spPr>
        <p:txBody>
          <a:bodyPr>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Questions 1e and 5d</a:t>
            </a:r>
          </a:p>
        </p:txBody>
      </p:sp>
      <p:sp>
        <p:nvSpPr>
          <p:cNvPr id="104" name="samaria-label">
            <a:extLst>
              <a:ext uri="{FF2B5EF4-FFF2-40B4-BE49-F238E27FC236}">
                <a16:creationId xmlns:a16="http://schemas.microsoft.com/office/drawing/2014/main" id="{0787E459-151C-40F5-9693-C1491B23B506}"/>
              </a:ext>
            </a:extLst>
          </p:cNvPr>
          <p:cNvSpPr>
            <a:spLocks noGrp="1"/>
          </p:cNvSpPr>
          <p:nvPr/>
        </p:nvSpPr>
        <p:spPr>
          <a:xfrm>
            <a:off x="762000" y="1647825"/>
            <a:ext cx="5048250" cy="43815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Samaria</a:t>
            </a:r>
          </a:p>
        </p:txBody>
      </p:sp>
      <p:sp>
        <p:nvSpPr>
          <p:cNvPr id="105" name="ethiopian-label">
            <a:extLst>
              <a:ext uri="{FF2B5EF4-FFF2-40B4-BE49-F238E27FC236}">
                <a16:creationId xmlns:a16="http://schemas.microsoft.com/office/drawing/2014/main" id="{457B80BB-6DAB-4EE5-84D2-04A549A8EC46}"/>
              </a:ext>
            </a:extLst>
          </p:cNvPr>
          <p:cNvSpPr>
            <a:spLocks noGrp="1"/>
          </p:cNvSpPr>
          <p:nvPr/>
        </p:nvSpPr>
        <p:spPr>
          <a:xfrm>
            <a:off x="6381750" y="1647825"/>
            <a:ext cx="5048250" cy="438150"/>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Ethiopian official</a:t>
            </a:r>
          </a:p>
        </p:txBody>
      </p:sp>
      <p:sp>
        <p:nvSpPr>
          <p:cNvPr id="106" name="samaria-answer">
            <a:extLst>
              <a:ext uri="{FF2B5EF4-FFF2-40B4-BE49-F238E27FC236}">
                <a16:creationId xmlns:a16="http://schemas.microsoft.com/office/drawing/2014/main" id="{BEF2BF28-2D24-40A7-84FD-5B8E82EA767B}"/>
              </a:ext>
            </a:extLst>
          </p:cNvPr>
          <p:cNvSpPr>
            <a:spLocks noGrp="1"/>
          </p:cNvSpPr>
          <p:nvPr/>
        </p:nvSpPr>
        <p:spPr>
          <a:xfrm>
            <a:off x="762000" y="2152650"/>
            <a:ext cx="5048250" cy="1152525"/>
          </a:xfrm>
          <a:prstGeom prst="rect">
            <a:avLst/>
          </a:prstGeom>
          <a:noFill/>
          <a:ln w="0">
            <a:noFill/>
          </a:ln>
        </p:spPr>
        <p:txBody>
          <a:bodyPr>
            <a:noAutofit/>
          </a:bodyPr>
          <a:lstStyle/>
          <a:p>
            <a:pPr>
              <a:defRPr sz="2550" b="0">
                <a:solidFill>
                  <a:srgbClr val="202D35"/>
                </a:solidFill>
                <a:latin typeface="Arial"/>
                <a:ea typeface="Arial"/>
                <a:cs typeface="Arial"/>
              </a:defRPr>
            </a:pPr>
            <a:r>
              <a:rPr sz="2550" b="0">
                <a:solidFill>
                  <a:srgbClr val="202D35"/>
                </a:solidFill>
                <a:latin typeface="Arial"/>
                <a:ea typeface="Arial"/>
                <a:cs typeface="Arial"/>
              </a:rPr>
              <a:t>Peter and John pray and lay hands. Believers receive the Spirit.</a:t>
            </a:r>
          </a:p>
        </p:txBody>
      </p:sp>
      <p:sp>
        <p:nvSpPr>
          <p:cNvPr id="107" name="ethiopian-answer">
            <a:extLst>
              <a:ext uri="{FF2B5EF4-FFF2-40B4-BE49-F238E27FC236}">
                <a16:creationId xmlns:a16="http://schemas.microsoft.com/office/drawing/2014/main" id="{1380E8A9-13FE-4365-9807-7D3D162A0D0C}"/>
              </a:ext>
            </a:extLst>
          </p:cNvPr>
          <p:cNvSpPr>
            <a:spLocks noGrp="1"/>
          </p:cNvSpPr>
          <p:nvPr/>
        </p:nvSpPr>
        <p:spPr>
          <a:xfrm>
            <a:off x="6381750" y="2152650"/>
            <a:ext cx="5048250" cy="1152525"/>
          </a:xfrm>
          <a:prstGeom prst="rect">
            <a:avLst/>
          </a:prstGeom>
          <a:noFill/>
          <a:ln w="0">
            <a:noFill/>
          </a:ln>
        </p:spPr>
        <p:txBody>
          <a:bodyPr>
            <a:noAutofit/>
          </a:bodyPr>
          <a:lstStyle/>
          <a:p>
            <a:pPr>
              <a:defRPr sz="2550" b="0">
                <a:solidFill>
                  <a:srgbClr val="202D35"/>
                </a:solidFill>
                <a:latin typeface="Arial"/>
                <a:ea typeface="Arial"/>
                <a:cs typeface="Arial"/>
              </a:defRPr>
            </a:pPr>
            <a:r>
              <a:rPr sz="2550" b="0">
                <a:solidFill>
                  <a:srgbClr val="202D35"/>
                </a:solidFill>
                <a:latin typeface="Arial"/>
                <a:ea typeface="Arial"/>
                <a:cs typeface="Arial"/>
              </a:rPr>
              <a:t>No apostolic visit or consultation is reported. God directs Philip.</a:t>
            </a:r>
          </a:p>
        </p:txBody>
      </p:sp>
      <p:sp>
        <p:nvSpPr>
          <p:cNvPr id="108" name="discussion-label">
            <a:extLst>
              <a:ext uri="{FF2B5EF4-FFF2-40B4-BE49-F238E27FC236}">
                <a16:creationId xmlns:a16="http://schemas.microsoft.com/office/drawing/2014/main" id="{A16E3228-C342-48E7-B8B7-6E10FBBF2ADB}"/>
              </a:ext>
            </a:extLst>
          </p:cNvPr>
          <p:cNvSpPr>
            <a:spLocks noGrp="1"/>
          </p:cNvSpPr>
          <p:nvPr/>
        </p:nvSpPr>
        <p:spPr>
          <a:xfrm>
            <a:off x="762000" y="3400425"/>
            <a:ext cx="10668000" cy="409575"/>
          </a:xfrm>
          <a:prstGeom prst="rect">
            <a:avLst/>
          </a:prstGeom>
          <a:noFill/>
          <a:ln w="0">
            <a:noFill/>
          </a:ln>
        </p:spPr>
        <p:txBody>
          <a:bodyPr>
            <a:noAutofit/>
          </a:bodyPr>
          <a:lstStyle/>
          <a:p>
            <a:pPr>
              <a:defRPr sz="2700" b="1">
                <a:solidFill>
                  <a:srgbClr val="216359"/>
                </a:solidFill>
                <a:latin typeface="Arial"/>
                <a:ea typeface="Arial"/>
                <a:cs typeface="Arial"/>
              </a:defRPr>
            </a:pPr>
            <a:r>
              <a:rPr sz="2700" b="1">
                <a:solidFill>
                  <a:srgbClr val="216359"/>
                </a:solidFill>
                <a:latin typeface="Arial"/>
                <a:ea typeface="Arial"/>
                <a:cs typeface="Arial"/>
              </a:rPr>
              <a:t>Discussion</a:t>
            </a:r>
          </a:p>
        </p:txBody>
      </p:sp>
      <p:sp>
        <p:nvSpPr>
          <p:cNvPr id="109" name="discussion-1">
            <a:extLst>
              <a:ext uri="{FF2B5EF4-FFF2-40B4-BE49-F238E27FC236}">
                <a16:creationId xmlns:a16="http://schemas.microsoft.com/office/drawing/2014/main" id="{DDABC0DA-495F-4019-BCCE-E5EB83BA9FF8}"/>
              </a:ext>
            </a:extLst>
          </p:cNvPr>
          <p:cNvSpPr>
            <a:spLocks noGrp="1"/>
          </p:cNvSpPr>
          <p:nvPr/>
        </p:nvSpPr>
        <p:spPr>
          <a:xfrm>
            <a:off x="724903" y="4052387"/>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r>
              <a:rPr sz="2400" b="0" dirty="0">
                <a:solidFill>
                  <a:srgbClr val="202D35"/>
                </a:solidFill>
                <a:latin typeface="Arial"/>
                <a:ea typeface="Arial"/>
                <a:cs typeface="Arial"/>
              </a:rPr>
              <a:t>1. </a:t>
            </a:r>
            <a:r>
              <a:rPr lang="en-US" sz="2400" b="0" dirty="0">
                <a:solidFill>
                  <a:srgbClr val="202D35"/>
                </a:solidFill>
                <a:latin typeface="Arial"/>
                <a:ea typeface="Arial"/>
                <a:cs typeface="Arial"/>
              </a:rPr>
              <a:t>W</a:t>
            </a:r>
            <a:r>
              <a:rPr sz="2400" b="0" dirty="0">
                <a:solidFill>
                  <a:srgbClr val="202D35"/>
                </a:solidFill>
                <a:latin typeface="Arial"/>
                <a:ea typeface="Arial"/>
                <a:cs typeface="Arial"/>
              </a:rPr>
              <a:t>hy </a:t>
            </a:r>
            <a:r>
              <a:rPr lang="en-US" sz="2400" b="0" dirty="0">
                <a:solidFill>
                  <a:srgbClr val="202D35"/>
                </a:solidFill>
                <a:latin typeface="Arial"/>
                <a:ea typeface="Arial"/>
                <a:cs typeface="Arial"/>
              </a:rPr>
              <a:t>was</a:t>
            </a:r>
            <a:r>
              <a:rPr sz="2400" b="0" dirty="0">
                <a:solidFill>
                  <a:srgbClr val="202D35"/>
                </a:solidFill>
                <a:latin typeface="Arial"/>
                <a:ea typeface="Arial"/>
                <a:cs typeface="Arial"/>
              </a:rPr>
              <a:t> the apostles’ personal involvement significant</a:t>
            </a:r>
            <a:r>
              <a:rPr lang="en-US" sz="2400" b="0" dirty="0">
                <a:solidFill>
                  <a:srgbClr val="202D35"/>
                </a:solidFill>
                <a:latin typeface="Arial"/>
                <a:ea typeface="Arial"/>
                <a:cs typeface="Arial"/>
              </a:rPr>
              <a:t> in their interactions </a:t>
            </a:r>
            <a:r>
              <a:rPr lang="en-US" sz="2400" dirty="0">
                <a:solidFill>
                  <a:srgbClr val="202D35"/>
                </a:solidFill>
                <a:latin typeface="Arial"/>
                <a:ea typeface="Arial"/>
                <a:cs typeface="Arial"/>
              </a:rPr>
              <a:t>with the Samaritans</a:t>
            </a:r>
            <a:r>
              <a:rPr sz="2400" b="0" dirty="0">
                <a:solidFill>
                  <a:srgbClr val="202D35"/>
                </a:solidFill>
                <a:latin typeface="Arial"/>
                <a:ea typeface="Arial"/>
                <a:cs typeface="Arial"/>
              </a:rPr>
              <a:t>?</a:t>
            </a:r>
          </a:p>
        </p:txBody>
      </p:sp>
      <p:sp>
        <p:nvSpPr>
          <p:cNvPr id="110" name="discussion-2">
            <a:extLst>
              <a:ext uri="{FF2B5EF4-FFF2-40B4-BE49-F238E27FC236}">
                <a16:creationId xmlns:a16="http://schemas.microsoft.com/office/drawing/2014/main" id="{3EA8067F-D54C-45BF-80E2-291EAD6C1786}"/>
              </a:ext>
            </a:extLst>
          </p:cNvPr>
          <p:cNvSpPr>
            <a:spLocks noGrp="1"/>
          </p:cNvSpPr>
          <p:nvPr/>
        </p:nvSpPr>
        <p:spPr>
          <a:xfrm>
            <a:off x="724903" y="5006640"/>
            <a:ext cx="10668000" cy="860759"/>
          </a:xfrm>
          <a:prstGeom prst="rect">
            <a:avLst/>
          </a:prstGeom>
          <a:noFill/>
          <a:ln w="0">
            <a:noFill/>
          </a:ln>
        </p:spPr>
        <p:txBody>
          <a:bodyPr>
            <a:noAutofit/>
          </a:bodyPr>
          <a:lstStyle/>
          <a:p>
            <a:pPr>
              <a:defRPr sz="2400" b="0">
                <a:solidFill>
                  <a:srgbClr val="202D35"/>
                </a:solidFill>
                <a:latin typeface="Arial"/>
                <a:ea typeface="Arial"/>
                <a:cs typeface="Arial"/>
              </a:defRPr>
            </a:pPr>
            <a:r>
              <a:rPr sz="2400" b="0" dirty="0">
                <a:solidFill>
                  <a:srgbClr val="202D35"/>
                </a:solidFill>
                <a:latin typeface="Arial"/>
                <a:ea typeface="Arial"/>
                <a:cs typeface="Arial"/>
              </a:rPr>
              <a:t>2. </a:t>
            </a:r>
            <a:r>
              <a:rPr lang="en-US" sz="2400" dirty="0">
                <a:solidFill>
                  <a:srgbClr val="202D35"/>
                </a:solidFill>
                <a:latin typeface="Arial"/>
              </a:rPr>
              <a:t>What is significant about the absence of a reported apostolic visit in the Ethiopian’s conversion?</a:t>
            </a:r>
            <a:endParaRPr sz="2400" b="0" dirty="0">
              <a:solidFill>
                <a:srgbClr val="202D35"/>
              </a:solidFill>
              <a:latin typeface="Arial"/>
              <a:ea typeface="Arial"/>
              <a:cs typeface="Arial"/>
            </a:endParaRPr>
          </a:p>
        </p:txBody>
      </p:sp>
      <p:sp>
        <p:nvSpPr>
          <p:cNvPr id="111" name="discussion-3">
            <a:extLst>
              <a:ext uri="{FF2B5EF4-FFF2-40B4-BE49-F238E27FC236}">
                <a16:creationId xmlns:a16="http://schemas.microsoft.com/office/drawing/2014/main" id="{BFCC10C2-0203-4EAD-A78E-6F969BF2CC9A}"/>
              </a:ext>
            </a:extLst>
          </p:cNvPr>
          <p:cNvSpPr>
            <a:spLocks noGrp="1"/>
          </p:cNvSpPr>
          <p:nvPr/>
        </p:nvSpPr>
        <p:spPr>
          <a:xfrm>
            <a:off x="762000" y="5429250"/>
            <a:ext cx="10668000" cy="742950"/>
          </a:xfrm>
          <a:prstGeom prst="rect">
            <a:avLst/>
          </a:prstGeom>
          <a:noFill/>
          <a:ln w="0">
            <a:noFill/>
          </a:ln>
        </p:spPr>
        <p:txBody>
          <a:bodyPr>
            <a:noAutofit/>
          </a:bodyPr>
          <a:lstStyle/>
          <a:p>
            <a:pPr>
              <a:defRPr sz="2400" b="0">
                <a:solidFill>
                  <a:srgbClr val="202D35"/>
                </a:solidFill>
                <a:latin typeface="Arial"/>
                <a:ea typeface="Arial"/>
                <a:cs typeface="Arial"/>
              </a:defRPr>
            </a:pPr>
            <a:endParaRPr sz="2400" b="0" dirty="0">
              <a:solidFill>
                <a:srgbClr val="202D35"/>
              </a:solidFill>
              <a:latin typeface="Arial"/>
              <a:ea typeface="Arial"/>
              <a:cs typeface="Arial"/>
            </a:endParaRPr>
          </a:p>
        </p:txBody>
      </p:sp>
    </p:spTree>
    <p:extLst>
      <p:ext uri="{BB962C8B-B14F-4D97-AF65-F5344CB8AC3E}">
        <p14:creationId xmlns:p14="http://schemas.microsoft.com/office/powerpoint/2010/main" val="1068674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16" name="muted-gold-border">
            <a:extLst>
              <a:ext uri="{FF2B5EF4-FFF2-40B4-BE49-F238E27FC236}">
                <a16:creationId xmlns:a16="http://schemas.microsoft.com/office/drawing/2014/main" id="{7871B061-80EB-4F78-9139-5A03102AF359}"/>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D74BCE32-F170-4FEA-894F-2935C392C2D9}"/>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5F90A11B-65F6-48B2-A3C2-3E7D678FEBE4}"/>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A2BF466F-3F57-4CCA-BC60-0E9E8D9EDBE4}"/>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3B6326CF-D461-4B8F-92BC-7A002CFE37E0}"/>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A6BE7CAC-23FE-45F5-9350-CF0B7C5D4A0F}"/>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55248C70-4823-48F0-A169-A85FEE6CB542}"/>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F3B3D206-49BE-4F9D-8A15-C8DC5EFD1B81}"/>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5E4F5B51-1056-45AC-9663-8083E7CB903A}"/>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EBC25132-F9F0-41AF-A6DF-858EFC42F08A}"/>
              </a:ext>
            </a:extLst>
          </p:cNvPr>
          <p:cNvSpPr>
            <a:spLocks noGrp="1"/>
          </p:cNvSpPr>
          <p:nvPr/>
        </p:nvSpPr>
        <p:spPr>
          <a:xfrm>
            <a:off x="762000" y="609600"/>
            <a:ext cx="5883349"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r>
              <a:rPr sz="3600" b="1" dirty="0">
                <a:solidFill>
                  <a:srgbClr val="202D35"/>
                </a:solidFill>
                <a:latin typeface="Arial"/>
                <a:ea typeface="Arial"/>
                <a:cs typeface="Arial"/>
              </a:rPr>
              <a:t>Simon’s request and our motives</a:t>
            </a:r>
          </a:p>
        </p:txBody>
      </p:sp>
      <p:sp>
        <p:nvSpPr>
          <p:cNvPr id="11" name="slide-number">
            <a:extLst>
              <a:ext uri="{FF2B5EF4-FFF2-40B4-BE49-F238E27FC236}">
                <a16:creationId xmlns:a16="http://schemas.microsoft.com/office/drawing/2014/main" id="{908EF6ED-5C98-421A-B912-6C957FF0EFC6}"/>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11</a:t>
            </a:r>
          </a:p>
        </p:txBody>
      </p:sp>
      <p:pic>
        <p:nvPicPr>
          <p:cNvPr id="102" name="Picture 101"/>
          <p:cNvPicPr>
            <a:picLocks noChangeAspect="1"/>
          </p:cNvPicPr>
          <p:nvPr/>
        </p:nvPicPr>
        <p:blipFill>
          <a:blip r:embed="rId3"/>
          <a:stretch/>
        </p:blipFill>
        <p:spPr>
          <a:xfrm>
            <a:off x="7527851" y="674901"/>
            <a:ext cx="3902149" cy="5463009"/>
          </a:xfrm>
          <a:prstGeom prst="rect">
            <a:avLst/>
          </a:prstGeom>
        </p:spPr>
      </p:pic>
      <p:sp>
        <p:nvSpPr>
          <p:cNvPr id="103" name="question-label">
            <a:extLst>
              <a:ext uri="{FF2B5EF4-FFF2-40B4-BE49-F238E27FC236}">
                <a16:creationId xmlns:a16="http://schemas.microsoft.com/office/drawing/2014/main" id="{6AFD0905-44A1-420E-BB3A-21A7911627F8}"/>
              </a:ext>
            </a:extLst>
          </p:cNvPr>
          <p:cNvSpPr>
            <a:spLocks noGrp="1"/>
          </p:cNvSpPr>
          <p:nvPr/>
        </p:nvSpPr>
        <p:spPr>
          <a:xfrm>
            <a:off x="676940" y="1867609"/>
            <a:ext cx="7086600" cy="495300"/>
          </a:xfrm>
          <a:prstGeom prst="rect">
            <a:avLst/>
          </a:prstGeom>
          <a:noFill/>
          <a:ln w="0">
            <a:noFill/>
          </a:ln>
        </p:spPr>
        <p:txBody>
          <a:bodyPr anchor="t">
            <a:noAutofit/>
          </a:bodyPr>
          <a:lstStyle/>
          <a:p>
            <a:pPr>
              <a:defRPr sz="3000" b="1">
                <a:solidFill>
                  <a:srgbClr val="202D35"/>
                </a:solidFill>
                <a:latin typeface="Arial"/>
                <a:ea typeface="Arial"/>
                <a:cs typeface="Arial"/>
              </a:defRPr>
            </a:pPr>
            <a:r>
              <a:rPr sz="3000" b="1" dirty="0">
                <a:solidFill>
                  <a:srgbClr val="202D35"/>
                </a:solidFill>
                <a:latin typeface="Arial"/>
                <a:ea typeface="Arial"/>
                <a:cs typeface="Arial"/>
              </a:rPr>
              <a:t>Q: 3, 4, and 4.1.</a:t>
            </a:r>
          </a:p>
        </p:txBody>
      </p:sp>
      <p:sp>
        <p:nvSpPr>
          <p:cNvPr id="104" name="question">
            <a:extLst>
              <a:ext uri="{FF2B5EF4-FFF2-40B4-BE49-F238E27FC236}">
                <a16:creationId xmlns:a16="http://schemas.microsoft.com/office/drawing/2014/main" id="{87A0B5E8-67E8-4392-8C38-F244E8D896E5}"/>
              </a:ext>
            </a:extLst>
          </p:cNvPr>
          <p:cNvSpPr>
            <a:spLocks noGrp="1"/>
          </p:cNvSpPr>
          <p:nvPr/>
        </p:nvSpPr>
        <p:spPr>
          <a:xfrm>
            <a:off x="676940" y="2408576"/>
            <a:ext cx="5968409" cy="4000500"/>
          </a:xfrm>
          <a:prstGeom prst="rect">
            <a:avLst/>
          </a:prstGeom>
          <a:noFill/>
          <a:ln w="0">
            <a:noFill/>
          </a:ln>
        </p:spPr>
        <p:txBody>
          <a:bodyPr anchor="t">
            <a:noAutofit/>
          </a:bodyPr>
          <a:lstStyle/>
          <a:p>
            <a:pPr>
              <a:defRPr sz="3000" b="0">
                <a:solidFill>
                  <a:srgbClr val="202D35"/>
                </a:solidFill>
                <a:latin typeface="Arial"/>
                <a:ea typeface="Arial"/>
                <a:cs typeface="Arial"/>
              </a:defRPr>
            </a:pPr>
            <a:r>
              <a:rPr sz="3000" b="0" dirty="0">
                <a:solidFill>
                  <a:srgbClr val="202D35"/>
                </a:solidFill>
                <a:latin typeface="Arial"/>
                <a:ea typeface="Arial"/>
                <a:cs typeface="Arial"/>
              </a:rPr>
              <a:t>What does Simon’s attempt to buy spiritual authority reveal about his heart, why might Luke include this incident in the story of the gospel’s spread, and how might we seek influence or recognition through our giving or service today? (Acts 8:18–24)</a:t>
            </a:r>
          </a:p>
        </p:txBody>
      </p:sp>
    </p:spTree>
    <p:extLst>
      <p:ext uri="{BB962C8B-B14F-4D97-AF65-F5344CB8AC3E}">
        <p14:creationId xmlns:p14="http://schemas.microsoft.com/office/powerpoint/2010/main" val="11807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16" name="muted-gold-border">
            <a:extLst>
              <a:ext uri="{FF2B5EF4-FFF2-40B4-BE49-F238E27FC236}">
                <a16:creationId xmlns:a16="http://schemas.microsoft.com/office/drawing/2014/main" id="{7871B061-80EB-4F78-9139-5A03102AF359}"/>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D74BCE32-F170-4FEA-894F-2935C392C2D9}"/>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5F90A11B-65F6-48B2-A3C2-3E7D678FEBE4}"/>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A2BF466F-3F57-4CCA-BC60-0E9E8D9EDBE4}"/>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3B6326CF-D461-4B8F-92BC-7A002CFE37E0}"/>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A6BE7CAC-23FE-45F5-9350-CF0B7C5D4A0F}"/>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55248C70-4823-48F0-A169-A85FEE6CB542}"/>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F3B3D206-49BE-4F9D-8A15-C8DC5EFD1B81}"/>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5E4F5B51-1056-45AC-9663-8083E7CB903A}"/>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EBC25132-F9F0-41AF-A6DF-858EFC42F08A}"/>
              </a:ext>
            </a:extLst>
          </p:cNvPr>
          <p:cNvSpPr>
            <a:spLocks noGrp="1"/>
          </p:cNvSpPr>
          <p:nvPr/>
        </p:nvSpPr>
        <p:spPr>
          <a:xfrm>
            <a:off x="762000" y="579117"/>
            <a:ext cx="5521842" cy="1005841"/>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r>
              <a:rPr sz="3600" b="1" dirty="0">
                <a:solidFill>
                  <a:srgbClr val="202D35"/>
                </a:solidFill>
                <a:latin typeface="Arial"/>
                <a:ea typeface="Arial"/>
                <a:cs typeface="Arial"/>
              </a:rPr>
              <a:t>Simon’s request and our motives</a:t>
            </a:r>
          </a:p>
        </p:txBody>
      </p:sp>
      <p:sp>
        <p:nvSpPr>
          <p:cNvPr id="11" name="slide-number">
            <a:extLst>
              <a:ext uri="{FF2B5EF4-FFF2-40B4-BE49-F238E27FC236}">
                <a16:creationId xmlns:a16="http://schemas.microsoft.com/office/drawing/2014/main" id="{908EF6ED-5C98-421A-B912-6C957FF0EFC6}"/>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12</a:t>
            </a:r>
          </a:p>
        </p:txBody>
      </p:sp>
      <p:pic>
        <p:nvPicPr>
          <p:cNvPr id="102" name="Picture 101"/>
          <p:cNvPicPr>
            <a:picLocks noChangeAspect="1"/>
          </p:cNvPicPr>
          <p:nvPr/>
        </p:nvPicPr>
        <p:blipFill>
          <a:blip r:embed="rId3"/>
          <a:stretch/>
        </p:blipFill>
        <p:spPr>
          <a:xfrm>
            <a:off x="7569812" y="733647"/>
            <a:ext cx="3860188" cy="5404263"/>
          </a:xfrm>
          <a:prstGeom prst="rect">
            <a:avLst/>
          </a:prstGeom>
        </p:spPr>
      </p:pic>
      <p:sp>
        <p:nvSpPr>
          <p:cNvPr id="103" name="answer-label">
            <a:extLst>
              <a:ext uri="{FF2B5EF4-FFF2-40B4-BE49-F238E27FC236}">
                <a16:creationId xmlns:a16="http://schemas.microsoft.com/office/drawing/2014/main" id="{4ADBC443-1719-4518-A7A6-C2052B817B1F}"/>
              </a:ext>
            </a:extLst>
          </p:cNvPr>
          <p:cNvSpPr>
            <a:spLocks noGrp="1"/>
          </p:cNvSpPr>
          <p:nvPr/>
        </p:nvSpPr>
        <p:spPr>
          <a:xfrm>
            <a:off x="701749" y="1756409"/>
            <a:ext cx="7086600" cy="495300"/>
          </a:xfrm>
          <a:prstGeom prst="rect">
            <a:avLst/>
          </a:prstGeom>
          <a:noFill/>
          <a:ln w="0">
            <a:noFill/>
          </a:ln>
        </p:spPr>
        <p:txBody>
          <a:bodyPr anchor="t">
            <a:noAutofit/>
          </a:bodyPr>
          <a:lstStyle/>
          <a:p>
            <a:pPr>
              <a:defRPr sz="3000" b="1">
                <a:solidFill>
                  <a:srgbClr val="216359"/>
                </a:solidFill>
                <a:latin typeface="Arial"/>
                <a:ea typeface="Arial"/>
                <a:cs typeface="Arial"/>
              </a:defRPr>
            </a:pPr>
            <a:r>
              <a:rPr lang="en-US" sz="3000" b="1" dirty="0">
                <a:solidFill>
                  <a:srgbClr val="216359"/>
                </a:solidFill>
                <a:latin typeface="Arial"/>
                <a:ea typeface="Arial"/>
                <a:cs typeface="Arial"/>
              </a:rPr>
              <a:t>Answers:</a:t>
            </a:r>
            <a:endParaRPr sz="3000" b="1" dirty="0">
              <a:solidFill>
                <a:srgbClr val="216359"/>
              </a:solidFill>
              <a:latin typeface="Arial"/>
              <a:ea typeface="Arial"/>
              <a:cs typeface="Arial"/>
            </a:endParaRPr>
          </a:p>
        </p:txBody>
      </p:sp>
      <p:sp>
        <p:nvSpPr>
          <p:cNvPr id="104" name="answer-3">
            <a:extLst>
              <a:ext uri="{FF2B5EF4-FFF2-40B4-BE49-F238E27FC236}">
                <a16:creationId xmlns:a16="http://schemas.microsoft.com/office/drawing/2014/main" id="{41453364-E691-41AB-90C9-561963C16E32}"/>
              </a:ext>
            </a:extLst>
          </p:cNvPr>
          <p:cNvSpPr>
            <a:spLocks noGrp="1"/>
          </p:cNvSpPr>
          <p:nvPr/>
        </p:nvSpPr>
        <p:spPr>
          <a:xfrm>
            <a:off x="734976" y="2276474"/>
            <a:ext cx="6246628" cy="1047750"/>
          </a:xfrm>
          <a:prstGeom prst="rect">
            <a:avLst/>
          </a:prstGeom>
          <a:noFill/>
          <a:ln w="0">
            <a:noFill/>
          </a:ln>
        </p:spPr>
        <p:txBody>
          <a:bodyPr anchor="t">
            <a:noAutofit/>
          </a:bodyPr>
          <a:lstStyle/>
          <a:p>
            <a:pPr>
              <a:defRPr sz="3000" b="0">
                <a:solidFill>
                  <a:srgbClr val="216359"/>
                </a:solidFill>
                <a:latin typeface="Arial"/>
                <a:ea typeface="Arial"/>
                <a:cs typeface="Arial"/>
              </a:defRPr>
            </a:pPr>
            <a:r>
              <a:rPr sz="3000" b="0" dirty="0">
                <a:solidFill>
                  <a:srgbClr val="216359"/>
                </a:solidFill>
                <a:latin typeface="Arial"/>
                <a:ea typeface="Arial"/>
                <a:cs typeface="Arial"/>
              </a:rPr>
              <a:t>3. Simon treats God’s gift as something he can buy and control.</a:t>
            </a:r>
          </a:p>
        </p:txBody>
      </p:sp>
      <p:sp>
        <p:nvSpPr>
          <p:cNvPr id="105" name="answer-4">
            <a:extLst>
              <a:ext uri="{FF2B5EF4-FFF2-40B4-BE49-F238E27FC236}">
                <a16:creationId xmlns:a16="http://schemas.microsoft.com/office/drawing/2014/main" id="{2A6B7A40-6E1A-4361-8F8A-C6A7C7183921}"/>
              </a:ext>
            </a:extLst>
          </p:cNvPr>
          <p:cNvSpPr>
            <a:spLocks noGrp="1"/>
          </p:cNvSpPr>
          <p:nvPr/>
        </p:nvSpPr>
        <p:spPr>
          <a:xfrm>
            <a:off x="701749" y="3429000"/>
            <a:ext cx="6246628" cy="1428750"/>
          </a:xfrm>
          <a:prstGeom prst="rect">
            <a:avLst/>
          </a:prstGeom>
          <a:noFill/>
          <a:ln w="0">
            <a:noFill/>
          </a:ln>
        </p:spPr>
        <p:txBody>
          <a:bodyPr anchor="t">
            <a:noAutofit/>
          </a:bodyPr>
          <a:lstStyle/>
          <a:p>
            <a:pPr>
              <a:defRPr sz="3000" b="0">
                <a:solidFill>
                  <a:srgbClr val="216359"/>
                </a:solidFill>
                <a:latin typeface="Arial"/>
                <a:ea typeface="Arial"/>
                <a:cs typeface="Arial"/>
              </a:defRPr>
            </a:pPr>
            <a:r>
              <a:rPr sz="3000" b="0" dirty="0">
                <a:solidFill>
                  <a:srgbClr val="216359"/>
                </a:solidFill>
                <a:latin typeface="Arial"/>
                <a:ea typeface="Arial"/>
                <a:cs typeface="Arial"/>
              </a:rPr>
              <a:t>4. </a:t>
            </a:r>
            <a:r>
              <a:rPr lang="en-US" sz="3000" b="0" dirty="0">
                <a:solidFill>
                  <a:srgbClr val="216359"/>
                </a:solidFill>
                <a:latin typeface="Arial"/>
                <a:ea typeface="Arial"/>
                <a:cs typeface="Arial"/>
              </a:rPr>
              <a:t>Peter </a:t>
            </a:r>
            <a:r>
              <a:rPr sz="3000" b="0" dirty="0">
                <a:solidFill>
                  <a:srgbClr val="216359"/>
                </a:solidFill>
                <a:latin typeface="Arial"/>
                <a:ea typeface="Arial"/>
                <a:cs typeface="Arial"/>
              </a:rPr>
              <a:t>shows that the church must confront wrong motives and call for repentance.</a:t>
            </a:r>
          </a:p>
        </p:txBody>
      </p:sp>
      <p:sp>
        <p:nvSpPr>
          <p:cNvPr id="106" name="answer-4-1">
            <a:extLst>
              <a:ext uri="{FF2B5EF4-FFF2-40B4-BE49-F238E27FC236}">
                <a16:creationId xmlns:a16="http://schemas.microsoft.com/office/drawing/2014/main" id="{C02288BE-DB1E-41FB-9877-D005E47CFE01}"/>
              </a:ext>
            </a:extLst>
          </p:cNvPr>
          <p:cNvSpPr>
            <a:spLocks noGrp="1"/>
          </p:cNvSpPr>
          <p:nvPr/>
        </p:nvSpPr>
        <p:spPr>
          <a:xfrm>
            <a:off x="762000" y="5029200"/>
            <a:ext cx="6027328" cy="1419224"/>
          </a:xfrm>
          <a:prstGeom prst="rect">
            <a:avLst/>
          </a:prstGeom>
          <a:noFill/>
          <a:ln w="0">
            <a:noFill/>
          </a:ln>
        </p:spPr>
        <p:txBody>
          <a:bodyPr anchor="t">
            <a:noAutofit/>
          </a:bodyPr>
          <a:lstStyle/>
          <a:p>
            <a:pPr>
              <a:defRPr sz="3000" b="0">
                <a:solidFill>
                  <a:srgbClr val="216359"/>
                </a:solidFill>
                <a:latin typeface="Arial"/>
                <a:ea typeface="Arial"/>
                <a:cs typeface="Arial"/>
              </a:defRPr>
            </a:pPr>
            <a:r>
              <a:rPr sz="3000" b="0" dirty="0">
                <a:solidFill>
                  <a:srgbClr val="216359"/>
                </a:solidFill>
                <a:latin typeface="Arial"/>
                <a:ea typeface="Arial"/>
                <a:cs typeface="Arial"/>
              </a:rPr>
              <a:t>4.1. Giving or service can become a way to seek influence or recognition.</a:t>
            </a:r>
          </a:p>
        </p:txBody>
      </p:sp>
    </p:spTree>
    <p:extLst>
      <p:ext uri="{BB962C8B-B14F-4D97-AF65-F5344CB8AC3E}">
        <p14:creationId xmlns:p14="http://schemas.microsoft.com/office/powerpoint/2010/main" val="11807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16" name="muted-gold-border">
            <a:extLst>
              <a:ext uri="{FF2B5EF4-FFF2-40B4-BE49-F238E27FC236}">
                <a16:creationId xmlns:a16="http://schemas.microsoft.com/office/drawing/2014/main" id="{D999A0EA-97CA-4B02-804D-21AD2AE1FDEE}"/>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ED28E137-97F5-4E2D-BF37-E48F4ECE48AB}"/>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EDE7EE35-D102-4BA8-B293-C427207E075D}"/>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7389AABE-A11C-40BB-850D-465C63C8D47E}"/>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07EE0072-2D77-4F8C-A273-24F75254804D}"/>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EB81B4B0-FEE3-4E2B-8277-A300E1755212}"/>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5C602BBB-A598-498F-AC88-D09A0EA6FB86}"/>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F8EB3965-D931-4FA9-8487-025EE3C84F0E}"/>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B2D3A674-ABD9-40B7-8086-90723DB10885}"/>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93B7C515-DA49-439A-B10D-5DC7DBDA2D1E}"/>
              </a:ext>
            </a:extLst>
          </p:cNvPr>
          <p:cNvSpPr>
            <a:spLocks noGrp="1"/>
          </p:cNvSpPr>
          <p:nvPr/>
        </p:nvSpPr>
        <p:spPr>
          <a:xfrm>
            <a:off x="762000" y="609600"/>
            <a:ext cx="3933568"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endParaRPr sz="3600" b="1" dirty="0">
              <a:solidFill>
                <a:srgbClr val="202D35"/>
              </a:solidFill>
              <a:latin typeface="Arial"/>
              <a:ea typeface="Arial"/>
              <a:cs typeface="Arial"/>
            </a:endParaRPr>
          </a:p>
        </p:txBody>
      </p:sp>
      <p:sp>
        <p:nvSpPr>
          <p:cNvPr id="11" name="slide-number">
            <a:extLst>
              <a:ext uri="{FF2B5EF4-FFF2-40B4-BE49-F238E27FC236}">
                <a16:creationId xmlns:a16="http://schemas.microsoft.com/office/drawing/2014/main" id="{D564E92A-7ECB-4F34-907D-5471A3E05159}"/>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13</a:t>
            </a:r>
          </a:p>
        </p:txBody>
      </p:sp>
      <p:sp>
        <p:nvSpPr>
          <p:cNvPr id="12" name="question">
            <a:extLst>
              <a:ext uri="{FF2B5EF4-FFF2-40B4-BE49-F238E27FC236}">
                <a16:creationId xmlns:a16="http://schemas.microsoft.com/office/drawing/2014/main" id="{032AFC15-4DFF-412F-8578-D55929DFC61E}"/>
              </a:ext>
            </a:extLst>
          </p:cNvPr>
          <p:cNvSpPr>
            <a:spLocks noGrp="1"/>
          </p:cNvSpPr>
          <p:nvPr/>
        </p:nvSpPr>
        <p:spPr>
          <a:xfrm>
            <a:off x="606061" y="498742"/>
            <a:ext cx="5818761" cy="2415907"/>
          </a:xfrm>
          <a:prstGeom prst="rect">
            <a:avLst/>
          </a:prstGeom>
          <a:noFill/>
          <a:ln w="0">
            <a:noFill/>
          </a:ln>
        </p:spPr>
        <p:txBody>
          <a:bodyPr wrap="square" lIns="0" tIns="0" rIns="0" bIns="0">
            <a:noAutofit/>
          </a:bodyPr>
          <a:lstStyle/>
          <a:p>
            <a:pPr>
              <a:defRPr sz="3000" b="0">
                <a:solidFill>
                  <a:srgbClr val="202D35"/>
                </a:solidFill>
                <a:latin typeface="Arial"/>
                <a:ea typeface="Arial"/>
                <a:cs typeface="Arial"/>
              </a:defRPr>
            </a:pPr>
            <a:r>
              <a:rPr sz="3000" b="1" dirty="0">
                <a:solidFill>
                  <a:srgbClr val="202D35"/>
                </a:solidFill>
                <a:latin typeface="Arial"/>
                <a:ea typeface="Arial"/>
                <a:cs typeface="Arial"/>
              </a:rPr>
              <a:t>Q: 5</a:t>
            </a:r>
            <a:r>
              <a:rPr lang="en-US" sz="3000" b="1" dirty="0">
                <a:solidFill>
                  <a:srgbClr val="202D35"/>
                </a:solidFill>
                <a:latin typeface="Arial"/>
                <a:ea typeface="Arial"/>
                <a:cs typeface="Arial"/>
              </a:rPr>
              <a:t>c</a:t>
            </a:r>
            <a:r>
              <a:rPr sz="3000" b="1" dirty="0">
                <a:solidFill>
                  <a:srgbClr val="202D35"/>
                </a:solidFill>
                <a:latin typeface="Arial"/>
                <a:ea typeface="Arial"/>
                <a:cs typeface="Arial"/>
              </a:rPr>
              <a:t>.</a:t>
            </a:r>
            <a:r>
              <a:rPr sz="3000" b="0" dirty="0">
                <a:solidFill>
                  <a:srgbClr val="202D35"/>
                </a:solidFill>
                <a:latin typeface="Arial"/>
                <a:ea typeface="Arial"/>
                <a:cs typeface="Arial"/>
              </a:rPr>
              <a:t> </a:t>
            </a:r>
            <a:r>
              <a:rPr lang="en-US" sz="3000" dirty="0">
                <a:solidFill>
                  <a:srgbClr val="202D35"/>
                </a:solidFill>
                <a:latin typeface="Arial"/>
                <a:ea typeface="Arial"/>
                <a:cs typeface="Arial"/>
              </a:rPr>
              <a:t>How was this person’s conversion significant to the progress of the gospel? (see Psalm 68:31; Isaiah 56:3–5; Ephesians 2:11–18)</a:t>
            </a:r>
          </a:p>
          <a:p>
            <a:pPr>
              <a:defRPr sz="3000" b="0">
                <a:solidFill>
                  <a:srgbClr val="202D35"/>
                </a:solidFill>
                <a:latin typeface="Arial"/>
                <a:ea typeface="Arial"/>
                <a:cs typeface="Arial"/>
              </a:defRPr>
            </a:pPr>
            <a:endParaRPr lang="en-US" sz="3000" dirty="0">
              <a:solidFill>
                <a:srgbClr val="202D35"/>
              </a:solidFill>
              <a:latin typeface="Arial"/>
              <a:ea typeface="Arial"/>
              <a:cs typeface="Arial"/>
            </a:endParaRPr>
          </a:p>
        </p:txBody>
      </p:sp>
      <p:sp>
        <p:nvSpPr>
          <p:cNvPr id="13" name="accent-line">
            <a:extLst>
              <a:ext uri="{FF2B5EF4-FFF2-40B4-BE49-F238E27FC236}">
                <a16:creationId xmlns:a16="http://schemas.microsoft.com/office/drawing/2014/main" id="{E18C5485-4EC8-439F-BC83-198441CD231A}"/>
              </a:ext>
            </a:extLst>
          </p:cNvPr>
          <p:cNvSpPr>
            <a:spLocks noGrp="1"/>
          </p:cNvSpPr>
          <p:nvPr/>
        </p:nvSpPr>
        <p:spPr>
          <a:xfrm>
            <a:off x="566290" y="3194379"/>
            <a:ext cx="5489939" cy="9525"/>
          </a:xfrm>
          <a:prstGeom prst="line">
            <a:avLst/>
          </a:prstGeom>
          <a:noFill/>
          <a:ln w="12383">
            <a:solidFill>
              <a:srgbClr val="A68A4C"/>
            </a:solidFill>
          </a:ln>
        </p:spPr>
        <p:txBody>
          <a:bodyPr/>
          <a:lstStyle/>
          <a:p>
            <a:endParaRPr lang="en-US"/>
          </a:p>
        </p:txBody>
      </p:sp>
      <p:sp>
        <p:nvSpPr>
          <p:cNvPr id="14" name="answer-label">
            <a:extLst>
              <a:ext uri="{FF2B5EF4-FFF2-40B4-BE49-F238E27FC236}">
                <a16:creationId xmlns:a16="http://schemas.microsoft.com/office/drawing/2014/main" id="{554EEC5D-B755-4B33-AFCE-668252AEB798}"/>
              </a:ext>
            </a:extLst>
          </p:cNvPr>
          <p:cNvSpPr>
            <a:spLocks noGrp="1"/>
          </p:cNvSpPr>
          <p:nvPr/>
        </p:nvSpPr>
        <p:spPr>
          <a:xfrm>
            <a:off x="495300" y="3516046"/>
            <a:ext cx="6477000" cy="552450"/>
          </a:xfrm>
          <a:prstGeom prst="rect">
            <a:avLst/>
          </a:prstGeom>
          <a:noFill/>
          <a:ln w="0">
            <a:noFill/>
          </a:ln>
        </p:spPr>
        <p:txBody>
          <a:bodyPr wrap="square" lIns="0" tIns="0" rIns="0" bIns="0">
            <a:noAutofit/>
          </a:bodyPr>
          <a:lstStyle/>
          <a:p>
            <a:pPr>
              <a:defRPr sz="3000" b="1">
                <a:solidFill>
                  <a:srgbClr val="215D53"/>
                </a:solidFill>
                <a:latin typeface="Arial"/>
                <a:ea typeface="Arial"/>
                <a:cs typeface="Arial"/>
              </a:defRPr>
            </a:pPr>
            <a:endParaRPr sz="3000" b="1" dirty="0">
              <a:solidFill>
                <a:srgbClr val="215D53"/>
              </a:solidFill>
              <a:latin typeface="Arial"/>
              <a:ea typeface="Arial"/>
              <a:cs typeface="Arial"/>
            </a:endParaRPr>
          </a:p>
        </p:txBody>
      </p:sp>
      <p:sp>
        <p:nvSpPr>
          <p:cNvPr id="15" name="answer-content">
            <a:extLst>
              <a:ext uri="{FF2B5EF4-FFF2-40B4-BE49-F238E27FC236}">
                <a16:creationId xmlns:a16="http://schemas.microsoft.com/office/drawing/2014/main" id="{B7E12D26-6D7A-4BF6-B457-3A5A458FF4DD}"/>
              </a:ext>
            </a:extLst>
          </p:cNvPr>
          <p:cNvSpPr>
            <a:spLocks noGrp="1"/>
          </p:cNvSpPr>
          <p:nvPr/>
        </p:nvSpPr>
        <p:spPr>
          <a:xfrm>
            <a:off x="495300" y="4047465"/>
            <a:ext cx="5631921" cy="2219983"/>
          </a:xfrm>
          <a:prstGeom prst="rect">
            <a:avLst/>
          </a:prstGeom>
          <a:noFill/>
          <a:ln w="0">
            <a:noFill/>
          </a:ln>
        </p:spPr>
        <p:txBody>
          <a:bodyPr wrap="square" lIns="0" tIns="0" rIns="0" bIns="0">
            <a:noAutofit/>
          </a:bodyPr>
          <a:lstStyle/>
          <a:p>
            <a:endParaRPr lang="en-US" sz="3000" b="1" dirty="0">
              <a:solidFill>
                <a:srgbClr val="215D53"/>
              </a:solidFill>
              <a:latin typeface="Arial"/>
              <a:cs typeface="Arial"/>
            </a:endParaRPr>
          </a:p>
        </p:txBody>
      </p:sp>
      <p:pic>
        <p:nvPicPr>
          <p:cNvPr id="17" name="Philip and the Ethiopian official"/>
          <p:cNvPicPr>
            <a:picLocks noChangeAspect="1"/>
          </p:cNvPicPr>
          <p:nvPr/>
        </p:nvPicPr>
        <p:blipFill>
          <a:blip r:embed="rId3"/>
          <a:stretch>
            <a:fillRect/>
          </a:stretch>
        </p:blipFill>
        <p:spPr>
          <a:xfrm>
            <a:off x="6726083" y="1161082"/>
            <a:ext cx="4943726" cy="4361744"/>
          </a:xfrm>
          <a:prstGeom prst="rect">
            <a:avLst/>
          </a:prstGeom>
        </p:spPr>
      </p:pic>
    </p:spTree>
    <p:extLst>
      <p:ext uri="{BB962C8B-B14F-4D97-AF65-F5344CB8AC3E}">
        <p14:creationId xmlns:p14="http://schemas.microsoft.com/office/powerpoint/2010/main" val="738119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a:extLst>
            <a:ext uri="{FF2B5EF4-FFF2-40B4-BE49-F238E27FC236}">
              <a16:creationId xmlns:a16="http://schemas.microsoft.com/office/drawing/2014/main" id="{4F77952B-4450-C500-055D-3561131EB1BB}"/>
            </a:ext>
          </a:extLst>
        </p:cNvPr>
        <p:cNvGrpSpPr/>
        <p:nvPr/>
      </p:nvGrpSpPr>
      <p:grpSpPr>
        <a:xfrm>
          <a:off x="0" y="0"/>
          <a:ext cx="0" cy="0"/>
          <a:chOff x="0" y="0"/>
          <a:chExt cx="0" cy="0"/>
        </a:xfrm>
      </p:grpSpPr>
      <p:sp>
        <p:nvSpPr>
          <p:cNvPr id="16" name="muted-gold-border">
            <a:extLst>
              <a:ext uri="{FF2B5EF4-FFF2-40B4-BE49-F238E27FC236}">
                <a16:creationId xmlns:a16="http://schemas.microsoft.com/office/drawing/2014/main" id="{F25CC9DB-E6FA-2F6A-E154-2376CEB62CC4}"/>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650B53A4-618F-008A-C485-89C5FC5EAC28}"/>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4535D7AB-9B66-0562-812F-FC5C6FBA6B6B}"/>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263A6B7A-5D4F-DD85-0D37-C078FE184359}"/>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37921D30-403B-B615-C81F-1F9B942F1EED}"/>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24D07B40-04BF-5864-D8A1-99A63D15BA87}"/>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38EEBE64-D571-FC76-3136-31FFAB0F8B92}"/>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A2978DBD-2191-0C1B-AF70-03A7F9BBABE6}"/>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C363232B-6660-59BD-B2F3-885D49D86538}"/>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DAC0837D-8215-EE4B-8A9E-9C48A3748DEC}"/>
              </a:ext>
            </a:extLst>
          </p:cNvPr>
          <p:cNvSpPr>
            <a:spLocks noGrp="1"/>
          </p:cNvSpPr>
          <p:nvPr/>
        </p:nvSpPr>
        <p:spPr>
          <a:xfrm>
            <a:off x="762000" y="609600"/>
            <a:ext cx="3933568"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endParaRPr sz="3600" b="1" dirty="0">
              <a:solidFill>
                <a:srgbClr val="202D35"/>
              </a:solidFill>
              <a:latin typeface="Arial"/>
              <a:ea typeface="Arial"/>
              <a:cs typeface="Arial"/>
            </a:endParaRPr>
          </a:p>
        </p:txBody>
      </p:sp>
      <p:sp>
        <p:nvSpPr>
          <p:cNvPr id="11" name="slide-number">
            <a:extLst>
              <a:ext uri="{FF2B5EF4-FFF2-40B4-BE49-F238E27FC236}">
                <a16:creationId xmlns:a16="http://schemas.microsoft.com/office/drawing/2014/main" id="{D2B9CD4B-D536-81C6-6853-A607174257D4}"/>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14</a:t>
            </a:r>
          </a:p>
        </p:txBody>
      </p:sp>
      <p:sp>
        <p:nvSpPr>
          <p:cNvPr id="12" name="question">
            <a:extLst>
              <a:ext uri="{FF2B5EF4-FFF2-40B4-BE49-F238E27FC236}">
                <a16:creationId xmlns:a16="http://schemas.microsoft.com/office/drawing/2014/main" id="{1F704F16-17DE-47A5-720E-E876CAC22EC0}"/>
              </a:ext>
            </a:extLst>
          </p:cNvPr>
          <p:cNvSpPr>
            <a:spLocks noGrp="1"/>
          </p:cNvSpPr>
          <p:nvPr/>
        </p:nvSpPr>
        <p:spPr>
          <a:xfrm>
            <a:off x="606061" y="498742"/>
            <a:ext cx="5818761" cy="2415907"/>
          </a:xfrm>
          <a:prstGeom prst="rect">
            <a:avLst/>
          </a:prstGeom>
          <a:noFill/>
          <a:ln w="0">
            <a:noFill/>
          </a:ln>
        </p:spPr>
        <p:txBody>
          <a:bodyPr wrap="square" lIns="0" tIns="0" rIns="0" bIns="0">
            <a:noAutofit/>
          </a:bodyPr>
          <a:lstStyle/>
          <a:p>
            <a:pPr>
              <a:defRPr sz="3000" b="0">
                <a:solidFill>
                  <a:srgbClr val="202D35"/>
                </a:solidFill>
                <a:latin typeface="Arial"/>
                <a:ea typeface="Arial"/>
                <a:cs typeface="Arial"/>
              </a:defRPr>
            </a:pPr>
            <a:r>
              <a:rPr sz="3000" b="1" dirty="0">
                <a:solidFill>
                  <a:srgbClr val="202D35"/>
                </a:solidFill>
                <a:latin typeface="Arial"/>
                <a:ea typeface="Arial"/>
                <a:cs typeface="Arial"/>
              </a:rPr>
              <a:t>Q: 5</a:t>
            </a:r>
            <a:r>
              <a:rPr lang="en-US" sz="3000" b="1" dirty="0">
                <a:solidFill>
                  <a:srgbClr val="202D35"/>
                </a:solidFill>
                <a:latin typeface="Arial"/>
                <a:ea typeface="Arial"/>
                <a:cs typeface="Arial"/>
              </a:rPr>
              <a:t>c</a:t>
            </a:r>
            <a:r>
              <a:rPr sz="3000" b="1" dirty="0">
                <a:solidFill>
                  <a:srgbClr val="202D35"/>
                </a:solidFill>
                <a:latin typeface="Arial"/>
                <a:ea typeface="Arial"/>
                <a:cs typeface="Arial"/>
              </a:rPr>
              <a:t>.</a:t>
            </a:r>
            <a:r>
              <a:rPr sz="3000" b="0" dirty="0">
                <a:solidFill>
                  <a:srgbClr val="202D35"/>
                </a:solidFill>
                <a:latin typeface="Arial"/>
                <a:ea typeface="Arial"/>
                <a:cs typeface="Arial"/>
              </a:rPr>
              <a:t> </a:t>
            </a:r>
            <a:r>
              <a:rPr lang="en-US" sz="3000" dirty="0">
                <a:solidFill>
                  <a:srgbClr val="202D35"/>
                </a:solidFill>
                <a:latin typeface="Arial"/>
                <a:ea typeface="Arial"/>
                <a:cs typeface="Arial"/>
              </a:rPr>
              <a:t>How was this person’s conversion significant to the progress of the gospel? (see Psalm 68:31; Isaiah 56:3–5; Ephesians 2:11–18)</a:t>
            </a:r>
          </a:p>
          <a:p>
            <a:pPr>
              <a:defRPr sz="3000" b="0">
                <a:solidFill>
                  <a:srgbClr val="202D35"/>
                </a:solidFill>
                <a:latin typeface="Arial"/>
                <a:ea typeface="Arial"/>
                <a:cs typeface="Arial"/>
              </a:defRPr>
            </a:pPr>
            <a:endParaRPr lang="en-US" sz="3000" dirty="0">
              <a:solidFill>
                <a:srgbClr val="202D35"/>
              </a:solidFill>
              <a:latin typeface="Arial"/>
              <a:ea typeface="Arial"/>
              <a:cs typeface="Arial"/>
            </a:endParaRPr>
          </a:p>
        </p:txBody>
      </p:sp>
      <p:sp>
        <p:nvSpPr>
          <p:cNvPr id="13" name="accent-line">
            <a:extLst>
              <a:ext uri="{FF2B5EF4-FFF2-40B4-BE49-F238E27FC236}">
                <a16:creationId xmlns:a16="http://schemas.microsoft.com/office/drawing/2014/main" id="{F4E6D1E6-936C-3842-AF81-64A8C86AE778}"/>
              </a:ext>
            </a:extLst>
          </p:cNvPr>
          <p:cNvSpPr>
            <a:spLocks noGrp="1"/>
          </p:cNvSpPr>
          <p:nvPr/>
        </p:nvSpPr>
        <p:spPr>
          <a:xfrm>
            <a:off x="566290" y="3194379"/>
            <a:ext cx="5489939" cy="9525"/>
          </a:xfrm>
          <a:prstGeom prst="line">
            <a:avLst/>
          </a:prstGeom>
          <a:noFill/>
          <a:ln w="12383">
            <a:solidFill>
              <a:srgbClr val="A68A4C"/>
            </a:solidFill>
          </a:ln>
        </p:spPr>
        <p:txBody>
          <a:bodyPr/>
          <a:lstStyle/>
          <a:p>
            <a:endParaRPr lang="en-US"/>
          </a:p>
        </p:txBody>
      </p:sp>
      <p:sp>
        <p:nvSpPr>
          <p:cNvPr id="14" name="answer-label">
            <a:extLst>
              <a:ext uri="{FF2B5EF4-FFF2-40B4-BE49-F238E27FC236}">
                <a16:creationId xmlns:a16="http://schemas.microsoft.com/office/drawing/2014/main" id="{3CAD6162-E9E1-B017-129A-7F901C07E7D6}"/>
              </a:ext>
            </a:extLst>
          </p:cNvPr>
          <p:cNvSpPr>
            <a:spLocks noGrp="1"/>
          </p:cNvSpPr>
          <p:nvPr/>
        </p:nvSpPr>
        <p:spPr>
          <a:xfrm>
            <a:off x="495300" y="3516046"/>
            <a:ext cx="6477000" cy="552450"/>
          </a:xfrm>
          <a:prstGeom prst="rect">
            <a:avLst/>
          </a:prstGeom>
          <a:noFill/>
          <a:ln w="0">
            <a:noFill/>
          </a:ln>
        </p:spPr>
        <p:txBody>
          <a:bodyPr wrap="square" lIns="0" tIns="0" rIns="0" bIns="0">
            <a:noAutofit/>
          </a:bodyPr>
          <a:lstStyle/>
          <a:p>
            <a:pPr>
              <a:defRPr sz="3000" b="1">
                <a:solidFill>
                  <a:srgbClr val="215D53"/>
                </a:solidFill>
                <a:latin typeface="Arial"/>
                <a:ea typeface="Arial"/>
                <a:cs typeface="Arial"/>
              </a:defRPr>
            </a:pPr>
            <a:r>
              <a:rPr sz="3000" b="1" dirty="0">
                <a:solidFill>
                  <a:srgbClr val="215D53"/>
                </a:solidFill>
                <a:latin typeface="Arial"/>
                <a:ea typeface="Arial"/>
                <a:cs typeface="Arial"/>
              </a:rPr>
              <a:t>Answer:</a:t>
            </a:r>
          </a:p>
        </p:txBody>
      </p:sp>
      <p:sp>
        <p:nvSpPr>
          <p:cNvPr id="15" name="answer-content">
            <a:extLst>
              <a:ext uri="{FF2B5EF4-FFF2-40B4-BE49-F238E27FC236}">
                <a16:creationId xmlns:a16="http://schemas.microsoft.com/office/drawing/2014/main" id="{D345C97E-8AB4-D419-7060-63B92EFD67F2}"/>
              </a:ext>
            </a:extLst>
          </p:cNvPr>
          <p:cNvSpPr>
            <a:spLocks noGrp="1"/>
          </p:cNvSpPr>
          <p:nvPr/>
        </p:nvSpPr>
        <p:spPr>
          <a:xfrm>
            <a:off x="495300" y="4047465"/>
            <a:ext cx="5631921" cy="2219983"/>
          </a:xfrm>
          <a:prstGeom prst="rect">
            <a:avLst/>
          </a:prstGeom>
          <a:noFill/>
          <a:ln w="0">
            <a:noFill/>
          </a:ln>
        </p:spPr>
        <p:txBody>
          <a:bodyPr wrap="square" lIns="0" tIns="0" rIns="0" bIns="0">
            <a:noAutofit/>
          </a:bodyPr>
          <a:lstStyle/>
          <a:p>
            <a:r>
              <a:rPr lang="en-US" sz="3000" b="1" dirty="0">
                <a:solidFill>
                  <a:srgbClr val="215D53"/>
                </a:solidFill>
                <a:latin typeface="Arial"/>
                <a:cs typeface="Arial"/>
              </a:rPr>
              <a:t>As an Ethiopian and a eunuch, he represents someone who might have been viewed as an outsider, yet he hears about Jesus and is baptized.</a:t>
            </a:r>
          </a:p>
        </p:txBody>
      </p:sp>
      <p:pic>
        <p:nvPicPr>
          <p:cNvPr id="17" name="Philip and the Ethiopian official">
            <a:extLst>
              <a:ext uri="{FF2B5EF4-FFF2-40B4-BE49-F238E27FC236}">
                <a16:creationId xmlns:a16="http://schemas.microsoft.com/office/drawing/2014/main" id="{A416B849-852B-C86D-DDE0-014CB34D5018}"/>
              </a:ext>
            </a:extLst>
          </p:cNvPr>
          <p:cNvPicPr>
            <a:picLocks noChangeAspect="1"/>
          </p:cNvPicPr>
          <p:nvPr/>
        </p:nvPicPr>
        <p:blipFill>
          <a:blip r:embed="rId3"/>
          <a:stretch>
            <a:fillRect/>
          </a:stretch>
        </p:blipFill>
        <p:spPr>
          <a:xfrm>
            <a:off x="6642213" y="1161082"/>
            <a:ext cx="4943726" cy="4361744"/>
          </a:xfrm>
          <a:prstGeom prst="rect">
            <a:avLst/>
          </a:prstGeom>
        </p:spPr>
      </p:pic>
    </p:spTree>
    <p:extLst>
      <p:ext uri="{BB962C8B-B14F-4D97-AF65-F5344CB8AC3E}">
        <p14:creationId xmlns:p14="http://schemas.microsoft.com/office/powerpoint/2010/main" val="3164311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a:extLst>
            <a:ext uri="{FF2B5EF4-FFF2-40B4-BE49-F238E27FC236}">
              <a16:creationId xmlns:a16="http://schemas.microsoft.com/office/drawing/2014/main" id="{4BD6FABF-66E8-EB67-4BC9-10572D16C332}"/>
            </a:ext>
          </a:extLst>
        </p:cNvPr>
        <p:cNvGrpSpPr/>
        <p:nvPr/>
      </p:nvGrpSpPr>
      <p:grpSpPr>
        <a:xfrm>
          <a:off x="0" y="0"/>
          <a:ext cx="0" cy="0"/>
          <a:chOff x="0" y="0"/>
          <a:chExt cx="0" cy="0"/>
        </a:xfrm>
      </p:grpSpPr>
      <p:sp>
        <p:nvSpPr>
          <p:cNvPr id="16" name="muted-gold-border">
            <a:extLst>
              <a:ext uri="{FF2B5EF4-FFF2-40B4-BE49-F238E27FC236}">
                <a16:creationId xmlns:a16="http://schemas.microsoft.com/office/drawing/2014/main" id="{8D69C18A-AEF7-3D4B-8A6E-AE8675EF50E5}"/>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80320B56-58DC-9862-4B30-0BBA57373E67}"/>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7282520B-80FD-F91D-EF2D-6E0C2A0CA211}"/>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88EEDFDB-D495-AF75-6198-40DFEA2E87AD}"/>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89C8809B-373A-38EA-C766-BD039A5F2B38}"/>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C8E5F7E3-DB95-B430-A24D-ADBCE16FA8CC}"/>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6439DF9A-60A5-92C8-ED0A-E9C642EC8BAE}"/>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88EEA958-0823-B3BF-4FB2-6D8923E1FCC2}"/>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7F1A41B3-50A1-8079-E97B-B277C69E9B21}"/>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253737DE-C319-EE20-A9CC-1E760162888E}"/>
              </a:ext>
            </a:extLst>
          </p:cNvPr>
          <p:cNvSpPr>
            <a:spLocks noGrp="1"/>
          </p:cNvSpPr>
          <p:nvPr/>
        </p:nvSpPr>
        <p:spPr>
          <a:xfrm>
            <a:off x="762000" y="609600"/>
            <a:ext cx="3933568"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endParaRPr sz="3600" b="1" dirty="0">
              <a:solidFill>
                <a:srgbClr val="202D35"/>
              </a:solidFill>
              <a:latin typeface="Arial"/>
              <a:ea typeface="Arial"/>
              <a:cs typeface="Arial"/>
            </a:endParaRPr>
          </a:p>
        </p:txBody>
      </p:sp>
      <p:sp>
        <p:nvSpPr>
          <p:cNvPr id="11" name="slide-number">
            <a:extLst>
              <a:ext uri="{FF2B5EF4-FFF2-40B4-BE49-F238E27FC236}">
                <a16:creationId xmlns:a16="http://schemas.microsoft.com/office/drawing/2014/main" id="{24061E98-3F03-AA1A-A7EA-7180A0EE179C}"/>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15</a:t>
            </a:r>
          </a:p>
        </p:txBody>
      </p:sp>
      <p:sp>
        <p:nvSpPr>
          <p:cNvPr id="12" name="question">
            <a:extLst>
              <a:ext uri="{FF2B5EF4-FFF2-40B4-BE49-F238E27FC236}">
                <a16:creationId xmlns:a16="http://schemas.microsoft.com/office/drawing/2014/main" id="{EA05DF06-9210-6239-96B3-26F3B27C8B61}"/>
              </a:ext>
            </a:extLst>
          </p:cNvPr>
          <p:cNvSpPr>
            <a:spLocks noGrp="1"/>
          </p:cNvSpPr>
          <p:nvPr/>
        </p:nvSpPr>
        <p:spPr>
          <a:xfrm>
            <a:off x="650568" y="712193"/>
            <a:ext cx="5710989" cy="1952625"/>
          </a:xfrm>
          <a:prstGeom prst="rect">
            <a:avLst/>
          </a:prstGeom>
          <a:noFill/>
          <a:ln w="0">
            <a:noFill/>
          </a:ln>
        </p:spPr>
        <p:txBody>
          <a:bodyPr wrap="square" lIns="0" tIns="0" rIns="0" bIns="0">
            <a:noAutofit/>
          </a:bodyPr>
          <a:lstStyle/>
          <a:p>
            <a:pPr>
              <a:defRPr sz="3000" b="0">
                <a:solidFill>
                  <a:srgbClr val="202D35"/>
                </a:solidFill>
                <a:latin typeface="Arial"/>
                <a:ea typeface="Arial"/>
                <a:cs typeface="Arial"/>
              </a:defRPr>
            </a:pPr>
            <a:r>
              <a:rPr sz="3000" b="1" dirty="0">
                <a:solidFill>
                  <a:srgbClr val="202D35"/>
                </a:solidFill>
                <a:latin typeface="Arial"/>
                <a:ea typeface="Arial"/>
                <a:cs typeface="Arial"/>
              </a:rPr>
              <a:t>Q: 5.1.</a:t>
            </a:r>
            <a:r>
              <a:rPr sz="3000" b="0" dirty="0">
                <a:solidFill>
                  <a:srgbClr val="202D35"/>
                </a:solidFill>
                <a:latin typeface="Arial"/>
                <a:ea typeface="Arial"/>
                <a:cs typeface="Arial"/>
              </a:rPr>
              <a:t> Did the eunuch need the laying on of hands to receive the Spirit? What evidence does Acts 8:36–39 give?</a:t>
            </a:r>
          </a:p>
        </p:txBody>
      </p:sp>
      <p:sp>
        <p:nvSpPr>
          <p:cNvPr id="13" name="accent-line">
            <a:extLst>
              <a:ext uri="{FF2B5EF4-FFF2-40B4-BE49-F238E27FC236}">
                <a16:creationId xmlns:a16="http://schemas.microsoft.com/office/drawing/2014/main" id="{8B110341-24CD-6500-888F-A7D060A7B9E1}"/>
              </a:ext>
            </a:extLst>
          </p:cNvPr>
          <p:cNvSpPr>
            <a:spLocks noGrp="1"/>
          </p:cNvSpPr>
          <p:nvPr/>
        </p:nvSpPr>
        <p:spPr>
          <a:xfrm>
            <a:off x="650568" y="2793405"/>
            <a:ext cx="5489939" cy="9525"/>
          </a:xfrm>
          <a:prstGeom prst="line">
            <a:avLst/>
          </a:prstGeom>
          <a:noFill/>
          <a:ln w="12383">
            <a:solidFill>
              <a:srgbClr val="A68A4C"/>
            </a:solidFill>
          </a:ln>
        </p:spPr>
        <p:txBody>
          <a:bodyPr/>
          <a:lstStyle/>
          <a:p>
            <a:endParaRPr lang="en-US"/>
          </a:p>
        </p:txBody>
      </p:sp>
      <p:sp>
        <p:nvSpPr>
          <p:cNvPr id="14" name="answer-label">
            <a:extLst>
              <a:ext uri="{FF2B5EF4-FFF2-40B4-BE49-F238E27FC236}">
                <a16:creationId xmlns:a16="http://schemas.microsoft.com/office/drawing/2014/main" id="{6536D9C4-803D-1296-FE2B-817B90791D56}"/>
              </a:ext>
            </a:extLst>
          </p:cNvPr>
          <p:cNvSpPr>
            <a:spLocks noGrp="1"/>
          </p:cNvSpPr>
          <p:nvPr/>
        </p:nvSpPr>
        <p:spPr>
          <a:xfrm>
            <a:off x="590550" y="2999085"/>
            <a:ext cx="6477000" cy="552450"/>
          </a:xfrm>
          <a:prstGeom prst="rect">
            <a:avLst/>
          </a:prstGeom>
          <a:noFill/>
          <a:ln w="0">
            <a:noFill/>
          </a:ln>
        </p:spPr>
        <p:txBody>
          <a:bodyPr wrap="square" lIns="0" tIns="0" rIns="0" bIns="0">
            <a:noAutofit/>
          </a:bodyPr>
          <a:lstStyle/>
          <a:p>
            <a:pPr>
              <a:defRPr sz="3000" b="1">
                <a:solidFill>
                  <a:srgbClr val="215D53"/>
                </a:solidFill>
                <a:latin typeface="Arial"/>
                <a:ea typeface="Arial"/>
                <a:cs typeface="Arial"/>
              </a:defRPr>
            </a:pPr>
            <a:r>
              <a:rPr sz="3000" b="1" dirty="0">
                <a:solidFill>
                  <a:srgbClr val="215D53"/>
                </a:solidFill>
                <a:latin typeface="Arial"/>
                <a:ea typeface="Arial"/>
                <a:cs typeface="Arial"/>
              </a:rPr>
              <a:t>Answer:</a:t>
            </a:r>
          </a:p>
        </p:txBody>
      </p:sp>
      <p:sp>
        <p:nvSpPr>
          <p:cNvPr id="15" name="answer-content">
            <a:extLst>
              <a:ext uri="{FF2B5EF4-FFF2-40B4-BE49-F238E27FC236}">
                <a16:creationId xmlns:a16="http://schemas.microsoft.com/office/drawing/2014/main" id="{C5E5137B-D448-7691-767A-E40057593F9B}"/>
              </a:ext>
            </a:extLst>
          </p:cNvPr>
          <p:cNvSpPr>
            <a:spLocks noGrp="1"/>
          </p:cNvSpPr>
          <p:nvPr/>
        </p:nvSpPr>
        <p:spPr>
          <a:xfrm>
            <a:off x="590550" y="3549353"/>
            <a:ext cx="5489939" cy="1809750"/>
          </a:xfrm>
          <a:prstGeom prst="rect">
            <a:avLst/>
          </a:prstGeom>
          <a:noFill/>
          <a:ln w="0">
            <a:noFill/>
          </a:ln>
        </p:spPr>
        <p:txBody>
          <a:bodyPr wrap="square" lIns="0" tIns="0" rIns="0" bIns="0">
            <a:noAutofit/>
          </a:bodyPr>
          <a:lstStyle/>
          <a:p>
            <a:pPr>
              <a:defRPr sz="3000" b="0">
                <a:solidFill>
                  <a:srgbClr val="215D53"/>
                </a:solidFill>
                <a:latin typeface="Arial"/>
                <a:ea typeface="Arial"/>
                <a:cs typeface="Arial"/>
              </a:defRPr>
            </a:pPr>
            <a:r>
              <a:rPr sz="3000" b="0" dirty="0">
                <a:solidFill>
                  <a:srgbClr val="215D53"/>
                </a:solidFill>
                <a:latin typeface="Arial"/>
                <a:ea typeface="Arial"/>
                <a:cs typeface="Arial"/>
              </a:rPr>
              <a:t>Luke reports baptism and joy. He does not report</a:t>
            </a:r>
          </a:p>
          <a:p>
            <a:pPr>
              <a:defRPr sz="3000" b="0">
                <a:solidFill>
                  <a:srgbClr val="215D53"/>
                </a:solidFill>
                <a:latin typeface="Arial"/>
                <a:ea typeface="Arial"/>
                <a:cs typeface="Arial"/>
              </a:defRPr>
            </a:pPr>
            <a:r>
              <a:rPr sz="3000" b="0" dirty="0">
                <a:solidFill>
                  <a:srgbClr val="215D53"/>
                </a:solidFill>
                <a:latin typeface="Arial"/>
                <a:ea typeface="Arial"/>
                <a:cs typeface="Arial"/>
              </a:rPr>
              <a:t>laying on of hands or the reception of the Spirit.</a:t>
            </a:r>
          </a:p>
        </p:txBody>
      </p:sp>
      <p:sp>
        <p:nvSpPr>
          <p:cNvPr id="18" name="TextBox 17">
            <a:extLst>
              <a:ext uri="{FF2B5EF4-FFF2-40B4-BE49-F238E27FC236}">
                <a16:creationId xmlns:a16="http://schemas.microsoft.com/office/drawing/2014/main" id="{CAFEDA51-5E6E-94CB-EC77-A8EADB35E37A}"/>
              </a:ext>
            </a:extLst>
          </p:cNvPr>
          <p:cNvSpPr txBox="1"/>
          <p:nvPr/>
        </p:nvSpPr>
        <p:spPr>
          <a:xfrm>
            <a:off x="495300" y="5643513"/>
            <a:ext cx="5436553" cy="584775"/>
          </a:xfrm>
          <a:prstGeom prst="rect">
            <a:avLst/>
          </a:prstGeom>
          <a:noFill/>
        </p:spPr>
        <p:txBody>
          <a:bodyPr wrap="none" rtlCol="0">
            <a:spAutoFit/>
          </a:bodyPr>
          <a:lstStyle/>
          <a:p>
            <a:r>
              <a:rPr lang="en-US" sz="3200" u="sng" dirty="0">
                <a:solidFill>
                  <a:srgbClr val="C00000"/>
                </a:solidFill>
              </a:rPr>
              <a:t>Q: What does this mean for us?</a:t>
            </a:r>
          </a:p>
        </p:txBody>
      </p:sp>
      <p:pic>
        <p:nvPicPr>
          <p:cNvPr id="20" name="Picture 19">
            <a:extLst>
              <a:ext uri="{FF2B5EF4-FFF2-40B4-BE49-F238E27FC236}">
                <a16:creationId xmlns:a16="http://schemas.microsoft.com/office/drawing/2014/main" id="{0C709E10-8EF5-A33C-10B6-A526903D2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7689" y="1253418"/>
            <a:ext cx="5181147" cy="4317623"/>
          </a:xfrm>
          <a:prstGeom prst="rect">
            <a:avLst/>
          </a:prstGeom>
        </p:spPr>
      </p:pic>
    </p:spTree>
    <p:extLst>
      <p:ext uri="{BB962C8B-B14F-4D97-AF65-F5344CB8AC3E}">
        <p14:creationId xmlns:p14="http://schemas.microsoft.com/office/powerpoint/2010/main" val="279778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a:extLst>
            <a:ext uri="{FF2B5EF4-FFF2-40B4-BE49-F238E27FC236}">
              <a16:creationId xmlns:a16="http://schemas.microsoft.com/office/drawing/2014/main" id="{F75058DD-BF40-342F-A77F-9456D0BD1DA9}"/>
            </a:ext>
          </a:extLst>
        </p:cNvPr>
        <p:cNvGrpSpPr/>
        <p:nvPr/>
      </p:nvGrpSpPr>
      <p:grpSpPr>
        <a:xfrm>
          <a:off x="0" y="0"/>
          <a:ext cx="0" cy="0"/>
          <a:chOff x="0" y="0"/>
          <a:chExt cx="0" cy="0"/>
        </a:xfrm>
      </p:grpSpPr>
      <p:sp>
        <p:nvSpPr>
          <p:cNvPr id="16" name="muted-gold-border">
            <a:extLst>
              <a:ext uri="{FF2B5EF4-FFF2-40B4-BE49-F238E27FC236}">
                <a16:creationId xmlns:a16="http://schemas.microsoft.com/office/drawing/2014/main" id="{DFD9C57B-1216-E25E-1A48-FC156C7F5EBE}"/>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4FA48ECA-2DA8-5971-8BD1-C56F7F763645}"/>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FA41FC15-3FFF-E818-E588-06F2517DAAA8}"/>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3ACF69A6-EE16-4B50-21D9-E2504E995B00}"/>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83B7B84C-267D-159A-8A8D-76CE58EBA665}"/>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1C1EC17F-86AC-0DFE-FCD2-CA9B185838EF}"/>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F35E4C2A-0187-96F1-8650-B3047B34472B}"/>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EFB9EC1A-9886-5F23-EFA9-7F428F9B7444}"/>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E8232E9B-EFCA-637B-2340-1B2C0CC64BB6}"/>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63A5615B-2759-758F-0DFC-C44AA4A8AADC}"/>
              </a:ext>
            </a:extLst>
          </p:cNvPr>
          <p:cNvSpPr>
            <a:spLocks noGrp="1"/>
          </p:cNvSpPr>
          <p:nvPr/>
        </p:nvSpPr>
        <p:spPr>
          <a:xfrm>
            <a:off x="762000" y="609600"/>
            <a:ext cx="3933568"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endParaRPr sz="3600" b="1" dirty="0">
              <a:solidFill>
                <a:srgbClr val="202D35"/>
              </a:solidFill>
              <a:latin typeface="Arial"/>
              <a:ea typeface="Arial"/>
              <a:cs typeface="Arial"/>
            </a:endParaRPr>
          </a:p>
        </p:txBody>
      </p:sp>
      <p:sp>
        <p:nvSpPr>
          <p:cNvPr id="11" name="slide-number">
            <a:extLst>
              <a:ext uri="{FF2B5EF4-FFF2-40B4-BE49-F238E27FC236}">
                <a16:creationId xmlns:a16="http://schemas.microsoft.com/office/drawing/2014/main" id="{32B7626A-52E8-06CC-A863-50F8DBDF0668}"/>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16</a:t>
            </a:r>
          </a:p>
        </p:txBody>
      </p:sp>
      <p:sp>
        <p:nvSpPr>
          <p:cNvPr id="12" name="question">
            <a:extLst>
              <a:ext uri="{FF2B5EF4-FFF2-40B4-BE49-F238E27FC236}">
                <a16:creationId xmlns:a16="http://schemas.microsoft.com/office/drawing/2014/main" id="{C0774253-CDFA-6953-BD38-9E0E66E9693F}"/>
              </a:ext>
            </a:extLst>
          </p:cNvPr>
          <p:cNvSpPr>
            <a:spLocks noGrp="1"/>
          </p:cNvSpPr>
          <p:nvPr/>
        </p:nvSpPr>
        <p:spPr>
          <a:xfrm>
            <a:off x="650568" y="712194"/>
            <a:ext cx="10779432" cy="602256"/>
          </a:xfrm>
          <a:prstGeom prst="rect">
            <a:avLst/>
          </a:prstGeom>
          <a:noFill/>
          <a:ln w="0">
            <a:noFill/>
          </a:ln>
        </p:spPr>
        <p:txBody>
          <a:bodyPr wrap="square" lIns="0" tIns="0" rIns="0" bIns="0">
            <a:noAutofit/>
          </a:bodyPr>
          <a:lstStyle/>
          <a:p>
            <a:pPr>
              <a:defRPr sz="3000" b="0">
                <a:solidFill>
                  <a:srgbClr val="202D35"/>
                </a:solidFill>
                <a:latin typeface="Arial"/>
                <a:ea typeface="Arial"/>
                <a:cs typeface="Arial"/>
              </a:defRPr>
            </a:pPr>
            <a:r>
              <a:rPr lang="en-US" sz="3000" b="1" dirty="0">
                <a:solidFill>
                  <a:srgbClr val="202D35"/>
                </a:solidFill>
                <a:latin typeface="Arial"/>
                <a:ea typeface="Arial"/>
                <a:cs typeface="Arial"/>
              </a:rPr>
              <a:t>Rabbit Hole: Why is </a:t>
            </a:r>
            <a:r>
              <a:rPr lang="en-US" sz="3000" b="1" u="sng" dirty="0">
                <a:solidFill>
                  <a:srgbClr val="202D35"/>
                </a:solidFill>
                <a:latin typeface="Arial"/>
                <a:ea typeface="Arial"/>
                <a:cs typeface="Arial"/>
              </a:rPr>
              <a:t>Acts 8:37 missing </a:t>
            </a:r>
            <a:r>
              <a:rPr lang="en-US" sz="3000" b="1" dirty="0">
                <a:solidFill>
                  <a:srgbClr val="202D35"/>
                </a:solidFill>
                <a:latin typeface="Arial"/>
                <a:ea typeface="Arial"/>
                <a:cs typeface="Arial"/>
              </a:rPr>
              <a:t>from my NIV Bible?</a:t>
            </a:r>
            <a:endParaRPr sz="3000" b="0" dirty="0">
              <a:solidFill>
                <a:srgbClr val="202D35"/>
              </a:solidFill>
              <a:latin typeface="Arial"/>
              <a:ea typeface="Arial"/>
              <a:cs typeface="Arial"/>
            </a:endParaRPr>
          </a:p>
        </p:txBody>
      </p:sp>
      <p:sp>
        <p:nvSpPr>
          <p:cNvPr id="13" name="accent-line">
            <a:extLst>
              <a:ext uri="{FF2B5EF4-FFF2-40B4-BE49-F238E27FC236}">
                <a16:creationId xmlns:a16="http://schemas.microsoft.com/office/drawing/2014/main" id="{52E1F046-AFDC-6AE0-F239-CBB22FBCD099}"/>
              </a:ext>
            </a:extLst>
          </p:cNvPr>
          <p:cNvSpPr>
            <a:spLocks noGrp="1"/>
          </p:cNvSpPr>
          <p:nvPr/>
        </p:nvSpPr>
        <p:spPr>
          <a:xfrm flipV="1">
            <a:off x="590549" y="1417043"/>
            <a:ext cx="10839451" cy="97229"/>
          </a:xfrm>
          <a:prstGeom prst="line">
            <a:avLst/>
          </a:prstGeom>
          <a:noFill/>
          <a:ln w="12383">
            <a:solidFill>
              <a:srgbClr val="A68A4C"/>
            </a:solidFill>
          </a:ln>
        </p:spPr>
        <p:txBody>
          <a:bodyPr/>
          <a:lstStyle/>
          <a:p>
            <a:endParaRPr lang="en-US"/>
          </a:p>
        </p:txBody>
      </p:sp>
      <p:sp>
        <p:nvSpPr>
          <p:cNvPr id="14" name="answer-label">
            <a:extLst>
              <a:ext uri="{FF2B5EF4-FFF2-40B4-BE49-F238E27FC236}">
                <a16:creationId xmlns:a16="http://schemas.microsoft.com/office/drawing/2014/main" id="{9A2B4C26-CCC9-6CEE-007C-4C407672F30C}"/>
              </a:ext>
            </a:extLst>
          </p:cNvPr>
          <p:cNvSpPr>
            <a:spLocks noGrp="1"/>
          </p:cNvSpPr>
          <p:nvPr/>
        </p:nvSpPr>
        <p:spPr>
          <a:xfrm>
            <a:off x="590550" y="2999085"/>
            <a:ext cx="6477000" cy="552450"/>
          </a:xfrm>
          <a:prstGeom prst="rect">
            <a:avLst/>
          </a:prstGeom>
          <a:noFill/>
          <a:ln w="0">
            <a:noFill/>
          </a:ln>
        </p:spPr>
        <p:txBody>
          <a:bodyPr wrap="square" lIns="0" tIns="0" rIns="0" bIns="0">
            <a:noAutofit/>
          </a:bodyPr>
          <a:lstStyle/>
          <a:p>
            <a:pPr>
              <a:defRPr sz="3000" b="1">
                <a:solidFill>
                  <a:srgbClr val="215D53"/>
                </a:solidFill>
                <a:latin typeface="Arial"/>
                <a:ea typeface="Arial"/>
                <a:cs typeface="Arial"/>
              </a:defRPr>
            </a:pPr>
            <a:endParaRPr sz="3000" b="1" dirty="0">
              <a:solidFill>
                <a:srgbClr val="215D53"/>
              </a:solidFill>
              <a:latin typeface="Arial"/>
              <a:ea typeface="Arial"/>
              <a:cs typeface="Arial"/>
            </a:endParaRPr>
          </a:p>
        </p:txBody>
      </p:sp>
      <p:sp>
        <p:nvSpPr>
          <p:cNvPr id="15" name="answer-content">
            <a:extLst>
              <a:ext uri="{FF2B5EF4-FFF2-40B4-BE49-F238E27FC236}">
                <a16:creationId xmlns:a16="http://schemas.microsoft.com/office/drawing/2014/main" id="{3B811A1B-A452-BD07-C477-8A2B9359E084}"/>
              </a:ext>
            </a:extLst>
          </p:cNvPr>
          <p:cNvSpPr>
            <a:spLocks noGrp="1"/>
          </p:cNvSpPr>
          <p:nvPr/>
        </p:nvSpPr>
        <p:spPr>
          <a:xfrm>
            <a:off x="590550" y="3549353"/>
            <a:ext cx="5489939" cy="1809750"/>
          </a:xfrm>
          <a:prstGeom prst="rect">
            <a:avLst/>
          </a:prstGeom>
          <a:noFill/>
          <a:ln w="0">
            <a:noFill/>
          </a:ln>
        </p:spPr>
        <p:txBody>
          <a:bodyPr wrap="square" lIns="0" tIns="0" rIns="0" bIns="0">
            <a:noAutofit/>
          </a:bodyPr>
          <a:lstStyle/>
          <a:p>
            <a:pPr>
              <a:defRPr sz="3000" b="0">
                <a:solidFill>
                  <a:srgbClr val="215D53"/>
                </a:solidFill>
                <a:latin typeface="Arial"/>
                <a:ea typeface="Arial"/>
                <a:cs typeface="Arial"/>
              </a:defRPr>
            </a:pPr>
            <a:endParaRPr sz="3000" b="0" dirty="0">
              <a:solidFill>
                <a:srgbClr val="215D53"/>
              </a:solidFill>
              <a:latin typeface="Arial"/>
              <a:ea typeface="Arial"/>
              <a:cs typeface="Arial"/>
            </a:endParaRPr>
          </a:p>
        </p:txBody>
      </p:sp>
      <p:sp>
        <p:nvSpPr>
          <p:cNvPr id="17" name="TextBox 16">
            <a:extLst>
              <a:ext uri="{FF2B5EF4-FFF2-40B4-BE49-F238E27FC236}">
                <a16:creationId xmlns:a16="http://schemas.microsoft.com/office/drawing/2014/main" id="{33D6FC9D-2094-8C86-248F-B4CF7264B7AC}"/>
              </a:ext>
            </a:extLst>
          </p:cNvPr>
          <p:cNvSpPr txBox="1"/>
          <p:nvPr/>
        </p:nvSpPr>
        <p:spPr>
          <a:xfrm>
            <a:off x="546576" y="1778399"/>
            <a:ext cx="10717772" cy="1905000"/>
          </a:xfrm>
          <a:prstGeom prst="rect">
            <a:avLst/>
          </a:prstGeom>
          <a:noFill/>
          <a:ln>
            <a:solidFill>
              <a:schemeClr val="accent2">
                <a:lumMod val="50000"/>
              </a:schemeClr>
            </a:solidFill>
          </a:ln>
        </p:spPr>
        <p:txBody>
          <a:bodyPr wrap="square" rtlCol="0">
            <a:spAutoFit/>
          </a:bodyPr>
          <a:lstStyle/>
          <a:p>
            <a:r>
              <a:rPr lang="en-US" sz="2800" b="1" dirty="0"/>
              <a:t>Acts 8:37 (KJV)</a:t>
            </a:r>
            <a:endParaRPr lang="en-US" sz="2800" dirty="0"/>
          </a:p>
          <a:p>
            <a:r>
              <a:rPr lang="en-US" sz="2800" dirty="0"/>
              <a:t>And Philip said, If thou </a:t>
            </a:r>
            <a:r>
              <a:rPr lang="en-US" sz="2800" dirty="0" err="1"/>
              <a:t>believest</a:t>
            </a:r>
            <a:r>
              <a:rPr lang="en-US" sz="2800" dirty="0"/>
              <a:t> with all thine heart, thou mayest. And he answered and said, I believe that Jesus Christ is the Son of God.</a:t>
            </a:r>
          </a:p>
        </p:txBody>
      </p:sp>
      <p:sp>
        <p:nvSpPr>
          <p:cNvPr id="21" name="TextBox 20">
            <a:extLst>
              <a:ext uri="{FF2B5EF4-FFF2-40B4-BE49-F238E27FC236}">
                <a16:creationId xmlns:a16="http://schemas.microsoft.com/office/drawing/2014/main" id="{871BB900-1DD9-2510-2562-77D5EB93FA44}"/>
              </a:ext>
            </a:extLst>
          </p:cNvPr>
          <p:cNvSpPr txBox="1"/>
          <p:nvPr/>
        </p:nvSpPr>
        <p:spPr>
          <a:xfrm>
            <a:off x="534833" y="3838575"/>
            <a:ext cx="11066617" cy="1285875"/>
          </a:xfrm>
          <a:prstGeom prst="rect">
            <a:avLst/>
          </a:prstGeom>
          <a:noFill/>
        </p:spPr>
        <p:txBody>
          <a:bodyPr wrap="square">
            <a:spAutoFit/>
          </a:bodyPr>
          <a:lstStyle/>
          <a:p>
            <a:r>
              <a:rPr lang="en-US" sz="2800" dirty="0"/>
              <a:t>This verse is absent from the earliest surviving Greek manuscripts containing this passage. Many translators therefore conclude that it was not part of Luke’s original account.</a:t>
            </a:r>
          </a:p>
        </p:txBody>
      </p:sp>
      <p:sp>
        <p:nvSpPr>
          <p:cNvPr id="24" name="TextBox 23">
            <a:extLst>
              <a:ext uri="{FF2B5EF4-FFF2-40B4-BE49-F238E27FC236}">
                <a16:creationId xmlns:a16="http://schemas.microsoft.com/office/drawing/2014/main" id="{C1A33894-6AA4-9853-29E0-525907245D08}"/>
              </a:ext>
            </a:extLst>
          </p:cNvPr>
          <p:cNvSpPr txBox="1"/>
          <p:nvPr/>
        </p:nvSpPr>
        <p:spPr>
          <a:xfrm flipH="1">
            <a:off x="495300" y="5286375"/>
            <a:ext cx="11054872" cy="954107"/>
          </a:xfrm>
          <a:prstGeom prst="rect">
            <a:avLst/>
          </a:prstGeom>
          <a:noFill/>
        </p:spPr>
        <p:txBody>
          <a:bodyPr wrap="square" rtlCol="0">
            <a:spAutoFit/>
          </a:bodyPr>
          <a:lstStyle/>
          <a:p>
            <a:r>
              <a:rPr lang="en-US" sz="2800" dirty="0">
                <a:solidFill>
                  <a:schemeClr val="accent6">
                    <a:lumMod val="50000"/>
                  </a:schemeClr>
                </a:solidFill>
              </a:rPr>
              <a:t>Q: </a:t>
            </a:r>
            <a:r>
              <a:rPr lang="en-US" sz="2800" dirty="0"/>
              <a:t>Why might a copyist have added this confession of faith before the baptism?</a:t>
            </a:r>
            <a:endParaRPr lang="en-US" sz="2800" dirty="0">
              <a:solidFill>
                <a:schemeClr val="accent6">
                  <a:lumMod val="50000"/>
                </a:schemeClr>
              </a:solidFill>
            </a:endParaRPr>
          </a:p>
        </p:txBody>
      </p:sp>
    </p:spTree>
    <p:extLst>
      <p:ext uri="{BB962C8B-B14F-4D97-AF65-F5344CB8AC3E}">
        <p14:creationId xmlns:p14="http://schemas.microsoft.com/office/powerpoint/2010/main" val="2546389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13" name="muted-gold-border">
            <a:extLst>
              <a:ext uri="{FF2B5EF4-FFF2-40B4-BE49-F238E27FC236}">
                <a16:creationId xmlns:a16="http://schemas.microsoft.com/office/drawing/2014/main" id="{1BAB917A-B41C-4D17-9F29-C42AA0065C2E}"/>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8EB201D0-BBE4-4FF6-A4E8-540F932CA40B}"/>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2C0637B8-8D5F-4FFC-A973-F3882CE2BC91}"/>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7D6E3574-2A76-42D4-93D6-A1F6BF4ED56F}"/>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76BC3180-425B-42F4-8C5C-194097246B18}"/>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D2A40C71-3058-4107-A301-4D5A1CD24BA4}"/>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9451023C-DE0B-46FA-8A86-9BB888A496C3}"/>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FC30843F-EE0C-4A38-A646-954A8A514934}"/>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06D51725-A29F-4A5C-B8FF-950A9817E45A}"/>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16E06361-80DB-45DD-92B6-F356A518677A}"/>
              </a:ext>
            </a:extLst>
          </p:cNvPr>
          <p:cNvSpPr>
            <a:spLocks noGrp="1"/>
          </p:cNvSpPr>
          <p:nvPr/>
        </p:nvSpPr>
        <p:spPr>
          <a:xfrm>
            <a:off x="2932323" y="523875"/>
            <a:ext cx="5132024"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r>
              <a:rPr sz="3600" b="1" dirty="0">
                <a:solidFill>
                  <a:srgbClr val="202D35"/>
                </a:solidFill>
                <a:latin typeface="Arial"/>
                <a:ea typeface="Arial"/>
                <a:cs typeface="Arial"/>
              </a:rPr>
              <a:t>The message of Acts</a:t>
            </a:r>
            <a:r>
              <a:rPr lang="en-US" sz="3600" b="1" dirty="0">
                <a:solidFill>
                  <a:srgbClr val="202D35"/>
                </a:solidFill>
                <a:latin typeface="Arial"/>
                <a:ea typeface="Arial"/>
                <a:cs typeface="Arial"/>
              </a:rPr>
              <a:t> 8</a:t>
            </a:r>
            <a:endParaRPr sz="3600" b="1" dirty="0">
              <a:solidFill>
                <a:srgbClr val="202D35"/>
              </a:solidFill>
              <a:latin typeface="Arial"/>
              <a:ea typeface="Arial"/>
              <a:cs typeface="Arial"/>
            </a:endParaRPr>
          </a:p>
        </p:txBody>
      </p:sp>
      <p:sp>
        <p:nvSpPr>
          <p:cNvPr id="11" name="slide-number">
            <a:extLst>
              <a:ext uri="{FF2B5EF4-FFF2-40B4-BE49-F238E27FC236}">
                <a16:creationId xmlns:a16="http://schemas.microsoft.com/office/drawing/2014/main" id="{42FFA1B5-C681-4313-81F2-C74E64007C72}"/>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17</a:t>
            </a:r>
          </a:p>
        </p:txBody>
      </p:sp>
      <p:sp>
        <p:nvSpPr>
          <p:cNvPr id="12" name="question">
            <a:extLst>
              <a:ext uri="{FF2B5EF4-FFF2-40B4-BE49-F238E27FC236}">
                <a16:creationId xmlns:a16="http://schemas.microsoft.com/office/drawing/2014/main" id="{E34FBBA8-F9F8-4803-BECD-DA9AB31B5391}"/>
              </a:ext>
            </a:extLst>
          </p:cNvPr>
          <p:cNvSpPr>
            <a:spLocks noGrp="1"/>
          </p:cNvSpPr>
          <p:nvPr/>
        </p:nvSpPr>
        <p:spPr>
          <a:xfrm>
            <a:off x="2570605" y="1314450"/>
            <a:ext cx="7050790" cy="847264"/>
          </a:xfrm>
          <a:prstGeom prst="rect">
            <a:avLst/>
          </a:prstGeom>
          <a:noFill/>
          <a:ln w="0">
            <a:noFill/>
          </a:ln>
        </p:spPr>
        <p:txBody>
          <a:bodyPr wrap="square" lIns="0" tIns="0" rIns="0" bIns="0">
            <a:noAutofit/>
          </a:bodyPr>
          <a:lstStyle/>
          <a:p>
            <a:pPr>
              <a:defRPr sz="3000" b="0">
                <a:solidFill>
                  <a:srgbClr val="202D35"/>
                </a:solidFill>
                <a:latin typeface="Arial"/>
                <a:ea typeface="Arial"/>
                <a:cs typeface="Arial"/>
              </a:defRPr>
            </a:pPr>
            <a:r>
              <a:rPr sz="3000" b="1" dirty="0">
                <a:solidFill>
                  <a:srgbClr val="202D35"/>
                </a:solidFill>
                <a:latin typeface="Arial"/>
                <a:ea typeface="Arial"/>
                <a:cs typeface="Arial"/>
              </a:rPr>
              <a:t>Q: 6.</a:t>
            </a:r>
            <a:r>
              <a:rPr sz="3000" b="0" dirty="0">
                <a:solidFill>
                  <a:srgbClr val="202D35"/>
                </a:solidFill>
                <a:latin typeface="Arial"/>
                <a:ea typeface="Arial"/>
                <a:cs typeface="Arial"/>
              </a:rPr>
              <a:t> Summarize what 8:4–40 contributes to the overall message of Acts.</a:t>
            </a:r>
          </a:p>
        </p:txBody>
      </p:sp>
      <p:pic>
        <p:nvPicPr>
          <p:cNvPr id="15" name="Picture 14">
            <a:extLst>
              <a:ext uri="{FF2B5EF4-FFF2-40B4-BE49-F238E27FC236}">
                <a16:creationId xmlns:a16="http://schemas.microsoft.com/office/drawing/2014/main" id="{26AEA483-439F-4D84-30E7-BFCDE8CD4AC6}"/>
              </a:ext>
            </a:extLst>
          </p:cNvPr>
          <p:cNvPicPr>
            <a:picLocks noChangeAspect="1"/>
          </p:cNvPicPr>
          <p:nvPr/>
        </p:nvPicPr>
        <p:blipFill>
          <a:blip r:embed="rId3"/>
          <a:stretch>
            <a:fillRect/>
          </a:stretch>
        </p:blipFill>
        <p:spPr>
          <a:xfrm>
            <a:off x="2833416" y="2386664"/>
            <a:ext cx="6121216" cy="4080811"/>
          </a:xfrm>
          <a:prstGeom prst="rect">
            <a:avLst/>
          </a:prstGeom>
        </p:spPr>
      </p:pic>
    </p:spTree>
    <p:extLst>
      <p:ext uri="{BB962C8B-B14F-4D97-AF65-F5344CB8AC3E}">
        <p14:creationId xmlns:p14="http://schemas.microsoft.com/office/powerpoint/2010/main" val="167276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16" name="muted-gold-border">
            <a:extLst>
              <a:ext uri="{FF2B5EF4-FFF2-40B4-BE49-F238E27FC236}">
                <a16:creationId xmlns:a16="http://schemas.microsoft.com/office/drawing/2014/main" id="{CCEF943F-F97F-4853-8A3D-E89ECD86F0C9}"/>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2" name="accent-line">
            <a:extLst>
              <a:ext uri="{FF2B5EF4-FFF2-40B4-BE49-F238E27FC236}">
                <a16:creationId xmlns:a16="http://schemas.microsoft.com/office/drawing/2014/main" id="{1D470889-2313-4E3D-B0BD-3B5E173DA20D}"/>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3" name="accent-line">
            <a:extLst>
              <a:ext uri="{FF2B5EF4-FFF2-40B4-BE49-F238E27FC236}">
                <a16:creationId xmlns:a16="http://schemas.microsoft.com/office/drawing/2014/main" id="{FA5EEF99-293A-4A3C-90C4-D2D707165B5D}"/>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4" name="accent-line">
            <a:extLst>
              <a:ext uri="{FF2B5EF4-FFF2-40B4-BE49-F238E27FC236}">
                <a16:creationId xmlns:a16="http://schemas.microsoft.com/office/drawing/2014/main" id="{15B71E92-5E1C-4001-9521-D3580BB3F464}"/>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C03C440C-6432-4D38-94E8-C4DD0C2130BC}"/>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0B942605-BE97-4C31-AB79-BAEDDA735FEF}"/>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8C9FD06C-92B2-4132-9B87-776C1D3727B2}"/>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A86FFFF2-20D9-4040-9590-B0E5FA12E4A6}"/>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C2BE4874-C7A5-405E-9171-6E25590C1C35}"/>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0" name="title">
            <a:extLst>
              <a:ext uri="{FF2B5EF4-FFF2-40B4-BE49-F238E27FC236}">
                <a16:creationId xmlns:a16="http://schemas.microsoft.com/office/drawing/2014/main" id="{D6708AAD-DEC7-401C-B8B7-123BE5B273D0}"/>
              </a:ext>
            </a:extLst>
          </p:cNvPr>
          <p:cNvSpPr>
            <a:spLocks noGrp="1"/>
          </p:cNvSpPr>
          <p:nvPr/>
        </p:nvSpPr>
        <p:spPr>
          <a:xfrm>
            <a:off x="761996" y="466725"/>
            <a:ext cx="5154058" cy="704850"/>
          </a:xfrm>
          <a:prstGeom prst="rect">
            <a:avLst/>
          </a:prstGeom>
          <a:noFill/>
          <a:ln w="0">
            <a:noFill/>
          </a:ln>
        </p:spPr>
        <p:txBody>
          <a:bodyPr wrap="square" lIns="0" tIns="0" rIns="0" bIns="0">
            <a:noAutofit/>
          </a:bodyPr>
          <a:lstStyle/>
          <a:p>
            <a:pPr>
              <a:defRPr sz="3600" b="1">
                <a:solidFill>
                  <a:srgbClr val="202D35"/>
                </a:solidFill>
                <a:latin typeface="Arial"/>
                <a:ea typeface="Arial"/>
                <a:cs typeface="Arial"/>
              </a:defRPr>
            </a:pPr>
            <a:endParaRPr sz="3600" b="1" dirty="0">
              <a:solidFill>
                <a:srgbClr val="202D35"/>
              </a:solidFill>
              <a:latin typeface="Arial"/>
              <a:ea typeface="Arial"/>
              <a:cs typeface="Arial"/>
            </a:endParaRPr>
          </a:p>
        </p:txBody>
      </p:sp>
      <p:sp>
        <p:nvSpPr>
          <p:cNvPr id="11" name="slide-number">
            <a:extLst>
              <a:ext uri="{FF2B5EF4-FFF2-40B4-BE49-F238E27FC236}">
                <a16:creationId xmlns:a16="http://schemas.microsoft.com/office/drawing/2014/main" id="{9781B296-F8D7-45C1-BAE1-C0F10CA0A7E6}"/>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18</a:t>
            </a:r>
          </a:p>
        </p:txBody>
      </p:sp>
      <p:sp>
        <p:nvSpPr>
          <p:cNvPr id="12" name="question">
            <a:extLst>
              <a:ext uri="{FF2B5EF4-FFF2-40B4-BE49-F238E27FC236}">
                <a16:creationId xmlns:a16="http://schemas.microsoft.com/office/drawing/2014/main" id="{4B84C1F8-6615-4F4A-87D0-FD575422D5B0}"/>
              </a:ext>
            </a:extLst>
          </p:cNvPr>
          <p:cNvSpPr>
            <a:spLocks noGrp="1"/>
          </p:cNvSpPr>
          <p:nvPr/>
        </p:nvSpPr>
        <p:spPr>
          <a:xfrm>
            <a:off x="590550" y="411326"/>
            <a:ext cx="5154058" cy="1452563"/>
          </a:xfrm>
          <a:prstGeom prst="rect">
            <a:avLst/>
          </a:prstGeom>
          <a:noFill/>
          <a:ln w="0">
            <a:noFill/>
          </a:ln>
        </p:spPr>
        <p:txBody>
          <a:bodyPr wrap="square" lIns="0" tIns="0" rIns="0" bIns="0">
            <a:noAutofit/>
          </a:bodyPr>
          <a:lstStyle/>
          <a:p>
            <a:pPr>
              <a:defRPr sz="3000" b="0">
                <a:solidFill>
                  <a:srgbClr val="202D35"/>
                </a:solidFill>
                <a:latin typeface="Arial"/>
                <a:ea typeface="Arial"/>
                <a:cs typeface="Arial"/>
              </a:defRPr>
            </a:pPr>
            <a:r>
              <a:rPr sz="3000" b="1" dirty="0">
                <a:solidFill>
                  <a:srgbClr val="202D35"/>
                </a:solidFill>
                <a:latin typeface="Arial"/>
                <a:ea typeface="Arial"/>
                <a:cs typeface="Arial"/>
              </a:rPr>
              <a:t>Q: 6.</a:t>
            </a:r>
            <a:r>
              <a:rPr sz="3000" b="0" dirty="0">
                <a:solidFill>
                  <a:srgbClr val="202D35"/>
                </a:solidFill>
                <a:latin typeface="Arial"/>
                <a:ea typeface="Arial"/>
                <a:cs typeface="Arial"/>
              </a:rPr>
              <a:t> Summarize what </a:t>
            </a:r>
            <a:r>
              <a:rPr lang="en-US" sz="3000" b="0" dirty="0">
                <a:solidFill>
                  <a:srgbClr val="202D35"/>
                </a:solidFill>
                <a:latin typeface="Arial"/>
                <a:ea typeface="Arial"/>
                <a:cs typeface="Arial"/>
              </a:rPr>
              <a:t>Acts </a:t>
            </a:r>
            <a:r>
              <a:rPr sz="3000" b="0" dirty="0">
                <a:solidFill>
                  <a:srgbClr val="202D35"/>
                </a:solidFill>
                <a:latin typeface="Arial"/>
                <a:ea typeface="Arial"/>
                <a:cs typeface="Arial"/>
              </a:rPr>
              <a:t>8:4–40 contributes to the overall message of Acts.</a:t>
            </a:r>
          </a:p>
        </p:txBody>
      </p:sp>
      <p:sp>
        <p:nvSpPr>
          <p:cNvPr id="13" name="accent-line">
            <a:extLst>
              <a:ext uri="{FF2B5EF4-FFF2-40B4-BE49-F238E27FC236}">
                <a16:creationId xmlns:a16="http://schemas.microsoft.com/office/drawing/2014/main" id="{A18467A2-F91C-4751-B23B-79EDC999FB65}"/>
              </a:ext>
            </a:extLst>
          </p:cNvPr>
          <p:cNvSpPr>
            <a:spLocks noGrp="1"/>
          </p:cNvSpPr>
          <p:nvPr/>
        </p:nvSpPr>
        <p:spPr>
          <a:xfrm>
            <a:off x="511825" y="1919288"/>
            <a:ext cx="5154058" cy="28575"/>
          </a:xfrm>
          <a:prstGeom prst="line">
            <a:avLst/>
          </a:prstGeom>
          <a:noFill/>
          <a:ln w="12383">
            <a:solidFill>
              <a:srgbClr val="A68A4C"/>
            </a:solidFill>
          </a:ln>
        </p:spPr>
        <p:txBody>
          <a:bodyPr/>
          <a:lstStyle/>
          <a:p>
            <a:endParaRPr lang="en-US"/>
          </a:p>
        </p:txBody>
      </p:sp>
      <p:sp>
        <p:nvSpPr>
          <p:cNvPr id="14" name="answer-label">
            <a:extLst>
              <a:ext uri="{FF2B5EF4-FFF2-40B4-BE49-F238E27FC236}">
                <a16:creationId xmlns:a16="http://schemas.microsoft.com/office/drawing/2014/main" id="{01209627-DBBE-4747-B3C7-2E6008879A07}"/>
              </a:ext>
            </a:extLst>
          </p:cNvPr>
          <p:cNvSpPr>
            <a:spLocks noGrp="1"/>
          </p:cNvSpPr>
          <p:nvPr/>
        </p:nvSpPr>
        <p:spPr>
          <a:xfrm>
            <a:off x="762000" y="3571875"/>
            <a:ext cx="10668000" cy="552450"/>
          </a:xfrm>
          <a:prstGeom prst="rect">
            <a:avLst/>
          </a:prstGeom>
          <a:noFill/>
          <a:ln w="0">
            <a:noFill/>
          </a:ln>
        </p:spPr>
        <p:txBody>
          <a:bodyPr wrap="square" lIns="0" tIns="0" rIns="0" bIns="0">
            <a:noAutofit/>
          </a:bodyPr>
          <a:lstStyle/>
          <a:p>
            <a:pPr>
              <a:defRPr sz="3000" b="1">
                <a:solidFill>
                  <a:srgbClr val="215D53"/>
                </a:solidFill>
                <a:latin typeface="Arial"/>
                <a:ea typeface="Arial"/>
                <a:cs typeface="Arial"/>
              </a:defRPr>
            </a:pPr>
            <a:endParaRPr sz="3000" b="1" dirty="0">
              <a:solidFill>
                <a:srgbClr val="215D53"/>
              </a:solidFill>
              <a:latin typeface="Arial"/>
              <a:ea typeface="Arial"/>
              <a:cs typeface="Arial"/>
            </a:endParaRPr>
          </a:p>
        </p:txBody>
      </p:sp>
      <p:sp>
        <p:nvSpPr>
          <p:cNvPr id="15" name="answer-content">
            <a:extLst>
              <a:ext uri="{FF2B5EF4-FFF2-40B4-BE49-F238E27FC236}">
                <a16:creationId xmlns:a16="http://schemas.microsoft.com/office/drawing/2014/main" id="{F062593D-002E-478D-9224-2EE9B44711D8}"/>
              </a:ext>
            </a:extLst>
          </p:cNvPr>
          <p:cNvSpPr>
            <a:spLocks noGrp="1"/>
          </p:cNvSpPr>
          <p:nvPr/>
        </p:nvSpPr>
        <p:spPr>
          <a:xfrm>
            <a:off x="495300" y="2138363"/>
            <a:ext cx="5232783" cy="3857625"/>
          </a:xfrm>
          <a:prstGeom prst="rect">
            <a:avLst/>
          </a:prstGeom>
          <a:noFill/>
          <a:ln w="0">
            <a:noFill/>
          </a:ln>
        </p:spPr>
        <p:txBody>
          <a:bodyPr wrap="square" lIns="0" tIns="0" rIns="0" bIns="0">
            <a:noAutofit/>
          </a:bodyPr>
          <a:lstStyle/>
          <a:p>
            <a:r>
              <a:rPr lang="en-US" sz="3200" b="1" dirty="0">
                <a:solidFill>
                  <a:schemeClr val="accent6">
                    <a:lumMod val="50000"/>
                  </a:schemeClr>
                </a:solidFill>
              </a:rPr>
              <a:t>Answer:</a:t>
            </a:r>
            <a:r>
              <a:rPr lang="en-US" sz="3200" dirty="0">
                <a:solidFill>
                  <a:schemeClr val="accent6">
                    <a:lumMod val="50000"/>
                  </a:schemeClr>
                </a:solidFill>
              </a:rPr>
              <a:t> Opposition cannot stop the risen Jesus’ mission. God uses scattered believers to spread the gospel beyond Jerusalem, crossing ethnic, religious, and social barriers. The gospel reaches Samaritans and an Ethiopian official. </a:t>
            </a:r>
          </a:p>
        </p:txBody>
      </p:sp>
      <p:pic>
        <p:nvPicPr>
          <p:cNvPr id="17" name="Picture 16">
            <a:extLst>
              <a:ext uri="{FF2B5EF4-FFF2-40B4-BE49-F238E27FC236}">
                <a16:creationId xmlns:a16="http://schemas.microsoft.com/office/drawing/2014/main" id="{4614E739-38FD-C320-788F-CAA93A8F0754}"/>
              </a:ext>
            </a:extLst>
          </p:cNvPr>
          <p:cNvPicPr>
            <a:picLocks noChangeAspect="1"/>
          </p:cNvPicPr>
          <p:nvPr/>
        </p:nvPicPr>
        <p:blipFill>
          <a:blip r:embed="rId3"/>
          <a:stretch>
            <a:fillRect/>
          </a:stretch>
        </p:blipFill>
        <p:spPr>
          <a:xfrm>
            <a:off x="6096000" y="495300"/>
            <a:ext cx="5633742" cy="3755828"/>
          </a:xfrm>
          <a:prstGeom prst="rect">
            <a:avLst/>
          </a:prstGeom>
        </p:spPr>
      </p:pic>
      <p:sp>
        <p:nvSpPr>
          <p:cNvPr id="18" name="TextBox 17">
            <a:extLst>
              <a:ext uri="{FF2B5EF4-FFF2-40B4-BE49-F238E27FC236}">
                <a16:creationId xmlns:a16="http://schemas.microsoft.com/office/drawing/2014/main" id="{058DD234-4D8C-5447-D4B0-C2455359A250}"/>
              </a:ext>
            </a:extLst>
          </p:cNvPr>
          <p:cNvSpPr txBox="1"/>
          <p:nvPr/>
        </p:nvSpPr>
        <p:spPr>
          <a:xfrm>
            <a:off x="6224291" y="4617050"/>
            <a:ext cx="5505451" cy="1077218"/>
          </a:xfrm>
          <a:prstGeom prst="rect">
            <a:avLst/>
          </a:prstGeom>
          <a:noFill/>
        </p:spPr>
        <p:txBody>
          <a:bodyPr wrap="square" rtlCol="0">
            <a:spAutoFit/>
          </a:bodyPr>
          <a:lstStyle/>
          <a:p>
            <a:r>
              <a:rPr lang="en-US" sz="3200" dirty="0">
                <a:solidFill>
                  <a:schemeClr val="accent6">
                    <a:lumMod val="50000"/>
                  </a:schemeClr>
                </a:solidFill>
              </a:rPr>
              <a:t>This advances the mission announced by Jesus in Acts 1:8.</a:t>
            </a:r>
            <a:endParaRPr lang="en-US" sz="3200" dirty="0"/>
          </a:p>
        </p:txBody>
      </p:sp>
    </p:spTree>
    <p:extLst>
      <p:ext uri="{BB962C8B-B14F-4D97-AF65-F5344CB8AC3E}">
        <p14:creationId xmlns:p14="http://schemas.microsoft.com/office/powerpoint/2010/main" val="556894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EFA"/>
        </a:solidFill>
        <a:effectLst/>
      </p:bgPr>
    </p:bg>
    <p:spTree>
      <p:nvGrpSpPr>
        <p:cNvPr id="1" name=""/>
        <p:cNvGrpSpPr/>
        <p:nvPr/>
      </p:nvGrpSpPr>
      <p:grpSpPr>
        <a:xfrm>
          <a:off x="0" y="0"/>
          <a:ext cx="0" cy="0"/>
          <a:chOff x="0" y="0"/>
          <a:chExt cx="0" cy="0"/>
        </a:xfrm>
      </p:grpSpPr>
      <p:sp>
        <p:nvSpPr>
          <p:cNvPr id="3" name="muted-gold-border">
            <a:extLst>
              <a:ext uri="{FF2B5EF4-FFF2-40B4-BE49-F238E27FC236}">
                <a16:creationId xmlns:a16="http://schemas.microsoft.com/office/drawing/2014/main" id="{CCEF943F-F97F-4853-8A3D-E89ECD86F0C9}"/>
              </a:ext>
            </a:extLst>
          </p:cNvPr>
          <p:cNvSpPr>
            <a:spLocks noGrp="1"/>
          </p:cNvSpPr>
          <p:nvPr/>
        </p:nvSpPr>
        <p:spPr>
          <a:xfrm>
            <a:off x="304800" y="304800"/>
            <a:ext cx="11582400" cy="6248400"/>
          </a:xfrm>
          <a:prstGeom prst="rect">
            <a:avLst/>
          </a:prstGeom>
          <a:noFill/>
          <a:ln w="9525">
            <a:solidFill>
              <a:srgbClr val="A68A4C"/>
            </a:solidFill>
          </a:ln>
        </p:spPr>
        <p:txBody>
          <a:bodyPr/>
          <a:lstStyle/>
          <a:p>
            <a:endParaRPr lang="en-US"/>
          </a:p>
        </p:txBody>
      </p:sp>
      <p:sp>
        <p:nvSpPr>
          <p:cNvPr id="4" name="accent-line">
            <a:extLst>
              <a:ext uri="{FF2B5EF4-FFF2-40B4-BE49-F238E27FC236}">
                <a16:creationId xmlns:a16="http://schemas.microsoft.com/office/drawing/2014/main" id="{1D470889-2313-4E3D-B0BD-3B5E173DA20D}"/>
              </a:ext>
            </a:extLst>
          </p:cNvPr>
          <p:cNvSpPr>
            <a:spLocks noGrp="1"/>
          </p:cNvSpPr>
          <p:nvPr/>
        </p:nvSpPr>
        <p:spPr>
          <a:xfrm>
            <a:off x="400050" y="400050"/>
            <a:ext cx="190500" cy="0"/>
          </a:xfrm>
          <a:prstGeom prst="line">
            <a:avLst/>
          </a:prstGeom>
          <a:noFill/>
          <a:ln w="19050">
            <a:solidFill>
              <a:srgbClr val="A68A4C"/>
            </a:solidFill>
          </a:ln>
        </p:spPr>
        <p:txBody>
          <a:bodyPr/>
          <a:lstStyle/>
          <a:p>
            <a:endParaRPr lang="en-US"/>
          </a:p>
        </p:txBody>
      </p:sp>
      <p:sp>
        <p:nvSpPr>
          <p:cNvPr id="5" name="accent-line">
            <a:extLst>
              <a:ext uri="{FF2B5EF4-FFF2-40B4-BE49-F238E27FC236}">
                <a16:creationId xmlns:a16="http://schemas.microsoft.com/office/drawing/2014/main" id="{FA5EEF99-293A-4A3C-90C4-D2D707165B5D}"/>
              </a:ext>
            </a:extLst>
          </p:cNvPr>
          <p:cNvSpPr>
            <a:spLocks noGrp="1"/>
          </p:cNvSpPr>
          <p:nvPr/>
        </p:nvSpPr>
        <p:spPr>
          <a:xfrm>
            <a:off x="400050" y="400050"/>
            <a:ext cx="0" cy="190500"/>
          </a:xfrm>
          <a:prstGeom prst="line">
            <a:avLst/>
          </a:prstGeom>
          <a:noFill/>
          <a:ln w="19050">
            <a:solidFill>
              <a:srgbClr val="A68A4C"/>
            </a:solidFill>
          </a:ln>
        </p:spPr>
        <p:txBody>
          <a:bodyPr/>
          <a:lstStyle/>
          <a:p>
            <a:endParaRPr lang="en-US"/>
          </a:p>
        </p:txBody>
      </p:sp>
      <p:sp>
        <p:nvSpPr>
          <p:cNvPr id="6" name="accent-line">
            <a:extLst>
              <a:ext uri="{FF2B5EF4-FFF2-40B4-BE49-F238E27FC236}">
                <a16:creationId xmlns:a16="http://schemas.microsoft.com/office/drawing/2014/main" id="{15B71E92-5E1C-4001-9521-D3580BB3F464}"/>
              </a:ext>
            </a:extLst>
          </p:cNvPr>
          <p:cNvSpPr>
            <a:spLocks noGrp="1"/>
          </p:cNvSpPr>
          <p:nvPr/>
        </p:nvSpPr>
        <p:spPr>
          <a:xfrm>
            <a:off x="11601450" y="400050"/>
            <a:ext cx="190500" cy="0"/>
          </a:xfrm>
          <a:prstGeom prst="line">
            <a:avLst/>
          </a:prstGeom>
          <a:noFill/>
          <a:ln w="19050">
            <a:solidFill>
              <a:srgbClr val="A68A4C"/>
            </a:solidFill>
          </a:ln>
        </p:spPr>
        <p:txBody>
          <a:bodyPr/>
          <a:lstStyle/>
          <a:p>
            <a:endParaRPr lang="en-US"/>
          </a:p>
        </p:txBody>
      </p:sp>
      <p:sp>
        <p:nvSpPr>
          <p:cNvPr id="7" name="accent-line">
            <a:extLst>
              <a:ext uri="{FF2B5EF4-FFF2-40B4-BE49-F238E27FC236}">
                <a16:creationId xmlns:a16="http://schemas.microsoft.com/office/drawing/2014/main" id="{C03C440C-6432-4D38-94E8-C4DD0C2130BC}"/>
              </a:ext>
            </a:extLst>
          </p:cNvPr>
          <p:cNvSpPr>
            <a:spLocks noGrp="1"/>
          </p:cNvSpPr>
          <p:nvPr/>
        </p:nvSpPr>
        <p:spPr>
          <a:xfrm>
            <a:off x="11791950" y="400050"/>
            <a:ext cx="0" cy="190500"/>
          </a:xfrm>
          <a:prstGeom prst="line">
            <a:avLst/>
          </a:prstGeom>
          <a:noFill/>
          <a:ln w="19050">
            <a:solidFill>
              <a:srgbClr val="A68A4C"/>
            </a:solidFill>
          </a:ln>
        </p:spPr>
        <p:txBody>
          <a:bodyPr/>
          <a:lstStyle/>
          <a:p>
            <a:endParaRPr lang="en-US"/>
          </a:p>
        </p:txBody>
      </p:sp>
      <p:sp>
        <p:nvSpPr>
          <p:cNvPr id="8" name="accent-line">
            <a:extLst>
              <a:ext uri="{FF2B5EF4-FFF2-40B4-BE49-F238E27FC236}">
                <a16:creationId xmlns:a16="http://schemas.microsoft.com/office/drawing/2014/main" id="{0B942605-BE97-4C31-AB79-BAEDDA735FEF}"/>
              </a:ext>
            </a:extLst>
          </p:cNvPr>
          <p:cNvSpPr>
            <a:spLocks noGrp="1"/>
          </p:cNvSpPr>
          <p:nvPr/>
        </p:nvSpPr>
        <p:spPr>
          <a:xfrm>
            <a:off x="400050" y="6457950"/>
            <a:ext cx="190500" cy="0"/>
          </a:xfrm>
          <a:prstGeom prst="line">
            <a:avLst/>
          </a:prstGeom>
          <a:noFill/>
          <a:ln w="19050">
            <a:solidFill>
              <a:srgbClr val="A68A4C"/>
            </a:solidFill>
          </a:ln>
        </p:spPr>
        <p:txBody>
          <a:bodyPr/>
          <a:lstStyle/>
          <a:p>
            <a:endParaRPr lang="en-US"/>
          </a:p>
        </p:txBody>
      </p:sp>
      <p:sp>
        <p:nvSpPr>
          <p:cNvPr id="9" name="accent-line">
            <a:extLst>
              <a:ext uri="{FF2B5EF4-FFF2-40B4-BE49-F238E27FC236}">
                <a16:creationId xmlns:a16="http://schemas.microsoft.com/office/drawing/2014/main" id="{8C9FD06C-92B2-4132-9B87-776C1D3727B2}"/>
              </a:ext>
            </a:extLst>
          </p:cNvPr>
          <p:cNvSpPr>
            <a:spLocks noGrp="1"/>
          </p:cNvSpPr>
          <p:nvPr/>
        </p:nvSpPr>
        <p:spPr>
          <a:xfrm>
            <a:off x="400050" y="6267450"/>
            <a:ext cx="0" cy="190500"/>
          </a:xfrm>
          <a:prstGeom prst="line">
            <a:avLst/>
          </a:prstGeom>
          <a:noFill/>
          <a:ln w="19050">
            <a:solidFill>
              <a:srgbClr val="A68A4C"/>
            </a:solidFill>
          </a:ln>
        </p:spPr>
        <p:txBody>
          <a:bodyPr/>
          <a:lstStyle/>
          <a:p>
            <a:endParaRPr lang="en-US"/>
          </a:p>
        </p:txBody>
      </p:sp>
      <p:sp>
        <p:nvSpPr>
          <p:cNvPr id="10" name="accent-line">
            <a:extLst>
              <a:ext uri="{FF2B5EF4-FFF2-40B4-BE49-F238E27FC236}">
                <a16:creationId xmlns:a16="http://schemas.microsoft.com/office/drawing/2014/main" id="{A86FFFF2-20D9-4040-9590-B0E5FA12E4A6}"/>
              </a:ext>
            </a:extLst>
          </p:cNvPr>
          <p:cNvSpPr>
            <a:spLocks noGrp="1"/>
          </p:cNvSpPr>
          <p:nvPr/>
        </p:nvSpPr>
        <p:spPr>
          <a:xfrm>
            <a:off x="11601450" y="6457950"/>
            <a:ext cx="190500" cy="0"/>
          </a:xfrm>
          <a:prstGeom prst="line">
            <a:avLst/>
          </a:prstGeom>
          <a:noFill/>
          <a:ln w="19050">
            <a:solidFill>
              <a:srgbClr val="A68A4C"/>
            </a:solidFill>
          </a:ln>
        </p:spPr>
        <p:txBody>
          <a:bodyPr/>
          <a:lstStyle/>
          <a:p>
            <a:endParaRPr lang="en-US"/>
          </a:p>
        </p:txBody>
      </p:sp>
      <p:sp>
        <p:nvSpPr>
          <p:cNvPr id="11" name="accent-line">
            <a:extLst>
              <a:ext uri="{FF2B5EF4-FFF2-40B4-BE49-F238E27FC236}">
                <a16:creationId xmlns:a16="http://schemas.microsoft.com/office/drawing/2014/main" id="{C2BE4874-C7A5-405E-9171-6E25590C1C35}"/>
              </a:ext>
            </a:extLst>
          </p:cNvPr>
          <p:cNvSpPr>
            <a:spLocks noGrp="1"/>
          </p:cNvSpPr>
          <p:nvPr/>
        </p:nvSpPr>
        <p:spPr>
          <a:xfrm>
            <a:off x="11791950" y="6267450"/>
            <a:ext cx="0" cy="190500"/>
          </a:xfrm>
          <a:prstGeom prst="line">
            <a:avLst/>
          </a:prstGeom>
          <a:noFill/>
          <a:ln w="19050">
            <a:solidFill>
              <a:srgbClr val="A68A4C"/>
            </a:solidFill>
          </a:ln>
        </p:spPr>
        <p:txBody>
          <a:bodyPr/>
          <a:lstStyle/>
          <a:p>
            <a:endParaRPr lang="en-US"/>
          </a:p>
        </p:txBody>
      </p:sp>
      <p:sp>
        <p:nvSpPr>
          <p:cNvPr id="12" name="accent-line">
            <a:extLst>
              <a:ext uri="{FF2B5EF4-FFF2-40B4-BE49-F238E27FC236}">
                <a16:creationId xmlns:a16="http://schemas.microsoft.com/office/drawing/2014/main" id="{A18467A2-F91C-4751-B23B-79EDC999FB65}"/>
              </a:ext>
            </a:extLst>
          </p:cNvPr>
          <p:cNvSpPr>
            <a:spLocks noGrp="1"/>
          </p:cNvSpPr>
          <p:nvPr/>
        </p:nvSpPr>
        <p:spPr>
          <a:xfrm>
            <a:off x="590550" y="1824287"/>
            <a:ext cx="10822925" cy="0"/>
          </a:xfrm>
          <a:prstGeom prst="line">
            <a:avLst/>
          </a:prstGeom>
          <a:noFill/>
          <a:ln w="12383">
            <a:solidFill>
              <a:srgbClr val="A68A4C"/>
            </a:solidFill>
          </a:ln>
        </p:spPr>
        <p:txBody>
          <a:bodyPr/>
          <a:lstStyle/>
          <a:p>
            <a:endParaRPr lang="en-US"/>
          </a:p>
        </p:txBody>
      </p:sp>
      <p:sp>
        <p:nvSpPr>
          <p:cNvPr id="13" name="Rectangle 12">
            <a:extLst>
              <a:ext uri="{FF2B5EF4-FFF2-40B4-BE49-F238E27FC236}">
                <a16:creationId xmlns:a16="http://schemas.microsoft.com/office/drawing/2014/main" id="{F74C7B4E-C226-4CB5-BFEC-958A4B446319}"/>
              </a:ext>
            </a:extLst>
          </p:cNvPr>
          <p:cNvSpPr>
            <a:spLocks noGrp="1"/>
          </p:cNvSpPr>
          <p:nvPr/>
        </p:nvSpPr>
        <p:spPr>
          <a:xfrm>
            <a:off x="857250" y="809625"/>
            <a:ext cx="10477500" cy="714375"/>
          </a:xfrm>
          <a:prstGeom prst="rect">
            <a:avLst/>
          </a:prstGeom>
          <a:noFill/>
          <a:ln w="0">
            <a:noFill/>
          </a:ln>
        </p:spPr>
        <p:txBody>
          <a:bodyPr>
            <a:noAutofit/>
          </a:bodyPr>
          <a:lstStyle/>
          <a:p>
            <a:pPr algn="ctr">
              <a:defRPr sz="3600" b="1">
                <a:solidFill>
                  <a:srgbClr val="202D35"/>
                </a:solidFill>
                <a:latin typeface="Arial"/>
                <a:ea typeface="Arial"/>
                <a:cs typeface="Arial"/>
              </a:defRPr>
            </a:pPr>
            <a:r>
              <a:rPr sz="3600" b="1">
                <a:solidFill>
                  <a:srgbClr val="202D35"/>
                </a:solidFill>
                <a:latin typeface="Arial"/>
                <a:ea typeface="Arial"/>
                <a:cs typeface="Arial"/>
              </a:rPr>
              <a:t>As the Gospel Spreads…</a:t>
            </a:r>
          </a:p>
        </p:txBody>
      </p:sp>
      <p:sp>
        <p:nvSpPr>
          <p:cNvPr id="14" name="Rectangle 13">
            <a:extLst>
              <a:ext uri="{FF2B5EF4-FFF2-40B4-BE49-F238E27FC236}">
                <a16:creationId xmlns:a16="http://schemas.microsoft.com/office/drawing/2014/main" id="{2DFA1B99-BA8D-4F8D-9EEA-A16AA5C12F7E}"/>
              </a:ext>
            </a:extLst>
          </p:cNvPr>
          <p:cNvSpPr>
            <a:spLocks noGrp="1"/>
          </p:cNvSpPr>
          <p:nvPr/>
        </p:nvSpPr>
        <p:spPr>
          <a:xfrm>
            <a:off x="857250" y="2190750"/>
            <a:ext cx="10477500" cy="523875"/>
          </a:xfrm>
          <a:prstGeom prst="rect">
            <a:avLst/>
          </a:prstGeom>
          <a:noFill/>
          <a:ln w="0">
            <a:noFill/>
          </a:ln>
        </p:spPr>
        <p:txBody>
          <a:bodyPr>
            <a:noAutofit/>
          </a:bodyPr>
          <a:lstStyle/>
          <a:p>
            <a:pPr algn="ctr">
              <a:defRPr sz="3000" b="1">
                <a:solidFill>
                  <a:srgbClr val="202D35"/>
                </a:solidFill>
                <a:latin typeface="Arial"/>
                <a:ea typeface="Arial"/>
                <a:cs typeface="Arial"/>
              </a:defRPr>
            </a:pPr>
            <a:r>
              <a:rPr sz="3000" b="1">
                <a:solidFill>
                  <a:srgbClr val="202D35"/>
                </a:solidFill>
                <a:latin typeface="Arial"/>
                <a:ea typeface="Arial"/>
                <a:cs typeface="Arial"/>
              </a:rPr>
              <a:t>Samaria experiences great joy.</a:t>
            </a:r>
          </a:p>
        </p:txBody>
      </p:sp>
      <p:sp>
        <p:nvSpPr>
          <p:cNvPr id="15" name="Rectangle 14">
            <a:extLst>
              <a:ext uri="{FF2B5EF4-FFF2-40B4-BE49-F238E27FC236}">
                <a16:creationId xmlns:a16="http://schemas.microsoft.com/office/drawing/2014/main" id="{8BF349DD-A90F-46A5-9E4A-703CCCD88DA4}"/>
              </a:ext>
            </a:extLst>
          </p:cNvPr>
          <p:cNvSpPr>
            <a:spLocks noGrp="1"/>
          </p:cNvSpPr>
          <p:nvPr/>
        </p:nvSpPr>
        <p:spPr>
          <a:xfrm>
            <a:off x="857250" y="2781300"/>
            <a:ext cx="10477500" cy="342900"/>
          </a:xfrm>
          <a:prstGeom prst="rect">
            <a:avLst/>
          </a:prstGeom>
          <a:noFill/>
          <a:ln w="0">
            <a:noFill/>
          </a:ln>
        </p:spPr>
        <p:txBody>
          <a:bodyPr>
            <a:noAutofit/>
          </a:bodyPr>
          <a:lstStyle/>
          <a:p>
            <a:pPr algn="ctr">
              <a:defRPr sz="1950" b="0">
                <a:solidFill>
                  <a:srgbClr val="756541"/>
                </a:solidFill>
                <a:latin typeface="Arial"/>
                <a:ea typeface="Arial"/>
                <a:cs typeface="Arial"/>
              </a:defRPr>
            </a:pPr>
            <a:r>
              <a:rPr sz="1950" b="0">
                <a:solidFill>
                  <a:srgbClr val="756541"/>
                </a:solidFill>
                <a:latin typeface="Arial"/>
                <a:ea typeface="Arial"/>
                <a:cs typeface="Arial"/>
              </a:rPr>
              <a:t>Acts 8:8</a:t>
            </a:r>
          </a:p>
        </p:txBody>
      </p:sp>
      <p:sp>
        <p:nvSpPr>
          <p:cNvPr id="16" name="Rectangle 15">
            <a:extLst>
              <a:ext uri="{FF2B5EF4-FFF2-40B4-BE49-F238E27FC236}">
                <a16:creationId xmlns:a16="http://schemas.microsoft.com/office/drawing/2014/main" id="{B30EAB7A-C60B-4F46-886F-99BF926BF54F}"/>
              </a:ext>
            </a:extLst>
          </p:cNvPr>
          <p:cNvSpPr>
            <a:spLocks noGrp="1"/>
          </p:cNvSpPr>
          <p:nvPr/>
        </p:nvSpPr>
        <p:spPr>
          <a:xfrm>
            <a:off x="857250" y="3524250"/>
            <a:ext cx="10477500" cy="571500"/>
          </a:xfrm>
          <a:prstGeom prst="rect">
            <a:avLst/>
          </a:prstGeom>
          <a:noFill/>
          <a:ln w="0">
            <a:noFill/>
          </a:ln>
        </p:spPr>
        <p:txBody>
          <a:bodyPr>
            <a:noAutofit/>
          </a:bodyPr>
          <a:lstStyle/>
          <a:p>
            <a:pPr algn="ctr">
              <a:defRPr sz="3000" b="1">
                <a:solidFill>
                  <a:srgbClr val="202D35"/>
                </a:solidFill>
                <a:latin typeface="Arial"/>
                <a:ea typeface="Arial"/>
                <a:cs typeface="Arial"/>
              </a:defRPr>
            </a:pPr>
            <a:r>
              <a:rPr sz="3000" b="1">
                <a:solidFill>
                  <a:srgbClr val="202D35"/>
                </a:solidFill>
                <a:latin typeface="Arial"/>
                <a:ea typeface="Arial"/>
                <a:cs typeface="Arial"/>
              </a:rPr>
              <a:t>The Ethiopian continues his journey rejoicing.</a:t>
            </a:r>
          </a:p>
        </p:txBody>
      </p:sp>
      <p:sp>
        <p:nvSpPr>
          <p:cNvPr id="17" name="Rectangle 16">
            <a:extLst>
              <a:ext uri="{FF2B5EF4-FFF2-40B4-BE49-F238E27FC236}">
                <a16:creationId xmlns:a16="http://schemas.microsoft.com/office/drawing/2014/main" id="{C9215525-CF5F-43D3-8483-D684C3E4337B}"/>
              </a:ext>
            </a:extLst>
          </p:cNvPr>
          <p:cNvSpPr>
            <a:spLocks noGrp="1"/>
          </p:cNvSpPr>
          <p:nvPr/>
        </p:nvSpPr>
        <p:spPr>
          <a:xfrm>
            <a:off x="857250" y="4143375"/>
            <a:ext cx="10477500" cy="342900"/>
          </a:xfrm>
          <a:prstGeom prst="rect">
            <a:avLst/>
          </a:prstGeom>
          <a:noFill/>
          <a:ln w="0">
            <a:noFill/>
          </a:ln>
        </p:spPr>
        <p:txBody>
          <a:bodyPr>
            <a:noAutofit/>
          </a:bodyPr>
          <a:lstStyle/>
          <a:p>
            <a:pPr algn="ctr">
              <a:defRPr sz="1950" b="0">
                <a:solidFill>
                  <a:srgbClr val="756541"/>
                </a:solidFill>
                <a:latin typeface="Arial"/>
                <a:ea typeface="Arial"/>
                <a:cs typeface="Arial"/>
              </a:defRPr>
            </a:pPr>
            <a:r>
              <a:rPr sz="1950" b="0">
                <a:solidFill>
                  <a:srgbClr val="756541"/>
                </a:solidFill>
                <a:latin typeface="Arial"/>
                <a:ea typeface="Arial"/>
                <a:cs typeface="Arial"/>
              </a:rPr>
              <a:t>Acts 8:39</a:t>
            </a:r>
          </a:p>
        </p:txBody>
      </p:sp>
      <p:sp>
        <p:nvSpPr>
          <p:cNvPr id="18" name="Rectangle 17">
            <a:extLst>
              <a:ext uri="{FF2B5EF4-FFF2-40B4-BE49-F238E27FC236}">
                <a16:creationId xmlns:a16="http://schemas.microsoft.com/office/drawing/2014/main" id="{9660BE89-72A3-42AC-AEDF-559413D00AAE}"/>
              </a:ext>
            </a:extLst>
          </p:cNvPr>
          <p:cNvSpPr>
            <a:spLocks noGrp="1"/>
          </p:cNvSpPr>
          <p:nvPr/>
        </p:nvSpPr>
        <p:spPr>
          <a:xfrm>
            <a:off x="857250" y="5191125"/>
            <a:ext cx="10477500" cy="714375"/>
          </a:xfrm>
          <a:prstGeom prst="rect">
            <a:avLst/>
          </a:prstGeom>
          <a:noFill/>
          <a:ln w="0">
            <a:noFill/>
          </a:ln>
        </p:spPr>
        <p:txBody>
          <a:bodyPr>
            <a:noAutofit/>
          </a:bodyPr>
          <a:lstStyle/>
          <a:p>
            <a:pPr algn="ctr">
              <a:defRPr sz="4500" b="1">
                <a:solidFill>
                  <a:srgbClr val="202D35"/>
                </a:solidFill>
                <a:latin typeface="Arial"/>
                <a:ea typeface="Arial"/>
                <a:cs typeface="Arial"/>
              </a:defRPr>
            </a:pPr>
            <a:r>
              <a:rPr sz="4500" b="1">
                <a:solidFill>
                  <a:srgbClr val="202D35"/>
                </a:solidFill>
                <a:latin typeface="Arial"/>
                <a:ea typeface="Arial"/>
                <a:cs typeface="Arial"/>
              </a:rPr>
              <a:t>Go forth with joy.</a:t>
            </a:r>
          </a:p>
        </p:txBody>
      </p:sp>
      <p:sp>
        <p:nvSpPr>
          <p:cNvPr id="2" name="accent-line">
            <a:extLst>
              <a:ext uri="{FF2B5EF4-FFF2-40B4-BE49-F238E27FC236}">
                <a16:creationId xmlns:a16="http://schemas.microsoft.com/office/drawing/2014/main" id="{68CF2E71-EC48-077F-E61B-74CD3BF2EA79}"/>
              </a:ext>
            </a:extLst>
          </p:cNvPr>
          <p:cNvSpPr>
            <a:spLocks noGrp="1"/>
          </p:cNvSpPr>
          <p:nvPr/>
        </p:nvSpPr>
        <p:spPr>
          <a:xfrm>
            <a:off x="684537" y="4933643"/>
            <a:ext cx="10822925" cy="0"/>
          </a:xfrm>
          <a:prstGeom prst="line">
            <a:avLst/>
          </a:prstGeom>
          <a:noFill/>
          <a:ln w="12383">
            <a:solidFill>
              <a:srgbClr val="A68A4C"/>
            </a:solidFill>
          </a:ln>
        </p:spPr>
        <p:txBody>
          <a:bodyPr/>
          <a:lstStyle/>
          <a:p>
            <a:endParaRPr lang="en-US"/>
          </a:p>
        </p:txBody>
      </p:sp>
      <p:sp>
        <p:nvSpPr>
          <p:cNvPr id="19" name="slide-number">
            <a:extLst>
              <a:ext uri="{FF2B5EF4-FFF2-40B4-BE49-F238E27FC236}">
                <a16:creationId xmlns:a16="http://schemas.microsoft.com/office/drawing/2014/main" id="{9781B296-F8D7-45C1-BAE1-C0F10CA0A7E6}"/>
              </a:ext>
            </a:extLst>
          </p:cNvPr>
          <p:cNvSpPr>
            <a:spLocks noGrp="1"/>
          </p:cNvSpPr>
          <p:nvPr/>
        </p:nvSpPr>
        <p:spPr>
          <a:xfrm>
            <a:off x="10858500" y="6162675"/>
            <a:ext cx="571500" cy="304800"/>
          </a:xfrm>
          <a:prstGeom prst="rect">
            <a:avLst/>
          </a:prstGeom>
          <a:noFill/>
          <a:ln w="0">
            <a:noFill/>
          </a:ln>
        </p:spPr>
        <p:txBody>
          <a:bodyPr wrap="square" lIns="0" tIns="0" rIns="0" bIns="0">
            <a:noAutofit/>
          </a:bodyPr>
          <a:lstStyle/>
          <a:p>
            <a:pPr>
              <a:defRPr sz="1800" b="0">
                <a:solidFill>
                  <a:srgbClr val="202D35"/>
                </a:solidFill>
                <a:latin typeface="Arial"/>
                <a:ea typeface="Arial"/>
                <a:cs typeface="Arial"/>
              </a:defRPr>
            </a:pPr>
            <a:r>
              <a:rPr sz="1800" b="0">
                <a:solidFill>
                  <a:srgbClr val="202D35"/>
                </a:solidFill>
                <a:latin typeface="Arial"/>
                <a:ea typeface="Arial"/>
                <a:cs typeface="Arial"/>
              </a:rPr>
              <a:t>19</a:t>
            </a:r>
          </a:p>
        </p:txBody>
      </p:sp>
    </p:spTree>
    <p:extLst>
      <p:ext uri="{BB962C8B-B14F-4D97-AF65-F5344CB8AC3E}">
        <p14:creationId xmlns:p14="http://schemas.microsoft.com/office/powerpoint/2010/main" val="55689454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4379</TotalTime>
  <Words>6371</Words>
  <Application>Microsoft Macintosh PowerPoint</Application>
  <DocSecurity>0</DocSecurity>
  <PresentationFormat>Widescreen</PresentationFormat>
  <Paragraphs>357</Paragraphs>
  <Slides>19</Slides>
  <Notes>19</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19</vt:i4>
      </vt:variant>
    </vt:vector>
  </HeadingPairs>
  <TitlesOfParts>
    <vt:vector size="23" baseType="lpstr">
      <vt:lpstr>Arial</vt:lpstr>
      <vt:lpstr>Calibri</vt:lpstr>
      <vt:lpstr>ChatGPT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Flynt Moreland</cp:lastModifiedBy>
  <cp:revision>1</cp:revision>
  <dcterms:created xsi:type="dcterms:W3CDTF">2026-09-22T15:09:50Z</dcterms:created>
  <dcterms:modified xsi:type="dcterms:W3CDTF">2026-09-27T22:07:09Z</dcterms:modified>
</cp:coreProperties>
</file>